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theme/theme2.xml" ContentType="application/vnd.openxmlformats-officedocument.theme+xml"/>
  <Override PartName="/ppt/presentation.xml" ContentType="application/vnd.openxmlformats-officedocument.presentationml.presentation.main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11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</p:sldIdLst>
  <p:sldSz cx="18288000" cy="10287000" type="screen4x3"/>
  <p:notesSz cx="6858000" cy="9144000"/>
  <p:defaultTextStyle>
    <a:lvl1pPr marL="0" indent="0" algn="l" defTabSz="914400" rtl="0">
      <a:lnSpc>
        <a:spcPct val="100000"/>
      </a:lnSpc>
      <a:spcBef>
        <a:spcPts val="0"/>
      </a:spcBef>
      <a:spcAft>
        <a:spcPts val="0"/>
      </a:spcAft>
      <a:buNone/>
      <a:defRPr lang="en-US" sz="1800" b="0" i="0">
        <a:solidFill>
          <a:schemeClr val="dk1"/>
        </a:solidFill>
        <a:latin typeface="Calibri"/>
      </a:defRPr>
    </a:lvl1pPr>
    <a:lvl2pPr marL="457200" indent="457200" algn="l" defTabSz="914400" rtl="0">
      <a:lnSpc>
        <a:spcPct val="100000"/>
      </a:lnSpc>
      <a:spcBef>
        <a:spcPts val="0"/>
      </a:spcBef>
      <a:spcAft>
        <a:spcPts val="0"/>
      </a:spcAft>
      <a:buNone/>
      <a:defRPr lang="en-US" sz="1800" b="0" i="0">
        <a:solidFill>
          <a:schemeClr val="dk1"/>
        </a:solidFill>
        <a:latin typeface="Calibri"/>
      </a:defRPr>
    </a:lvl2pPr>
    <a:lvl3pPr marL="914400" indent="914400" algn="l" defTabSz="914400" rtl="0">
      <a:lnSpc>
        <a:spcPct val="100000"/>
      </a:lnSpc>
      <a:spcBef>
        <a:spcPts val="0"/>
      </a:spcBef>
      <a:spcAft>
        <a:spcPts val="0"/>
      </a:spcAft>
      <a:buNone/>
      <a:defRPr lang="en-US" sz="1800" b="0" i="0">
        <a:solidFill>
          <a:schemeClr val="dk1"/>
        </a:solidFill>
        <a:latin typeface="Calibri"/>
      </a:defRPr>
    </a:lvl3pPr>
    <a:lvl4pPr marL="1371600" indent="1371600" algn="l" defTabSz="914400" rtl="0">
      <a:lnSpc>
        <a:spcPct val="100000"/>
      </a:lnSpc>
      <a:spcBef>
        <a:spcPts val="0"/>
      </a:spcBef>
      <a:spcAft>
        <a:spcPts val="0"/>
      </a:spcAft>
      <a:buNone/>
      <a:defRPr lang="en-US" sz="1800" b="0" i="0">
        <a:solidFill>
          <a:schemeClr val="dk1"/>
        </a:solidFill>
        <a:latin typeface="Calibri"/>
      </a:defRPr>
    </a:lvl4pPr>
    <a:lvl5pPr marL="1828800" indent="1828800" algn="l" defTabSz="914400" rtl="0">
      <a:lnSpc>
        <a:spcPct val="100000"/>
      </a:lnSpc>
      <a:spcBef>
        <a:spcPts val="0"/>
      </a:spcBef>
      <a:spcAft>
        <a:spcPts val="0"/>
      </a:spcAft>
      <a:buNone/>
      <a:defRPr lang="en-US" sz="1800" b="0" i="0">
        <a:solidFill>
          <a:schemeClr val="dk1"/>
        </a:solidFill>
        <a:latin typeface="Calibri"/>
      </a:defRPr>
    </a:lvl5pPr>
    <a:lvl6pPr>
      <a:defRPr lang="en-US" sz="1800"/>
    </a:lvl6pPr>
    <a:lvl7pPr>
      <a:defRPr lang="en-US" sz="1800"/>
    </a:lvl7pPr>
    <a:lvl8pPr>
      <a:defRPr lang="en-US" sz="1800"/>
    </a:lvl8pPr>
    <a:lvl9pPr>
      <a:defRPr lang="en-US" sz="1800"/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104" d="100"/>
          <a:sy n="104" d="100"/>
        </p:scale>
        <p:origin x="-1236" y="-90"/>
      </p:cViewPr>
      <p:guideLst>
        <p:guide pos="2160" orient="horz"/>
        <p:guide pos="2880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 /><Relationship Id="rId13" Type="http://schemas.openxmlformats.org/officeDocument/2006/relationships/tableStyles" Target="tableStyles.xml" /><Relationship Id="rId14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B964936-6573-2A41-9780-6C01DA8A531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4C0F18E-5EE2-1E0C-2FA4-1ECE971C481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C7573E2-F7D6-F537-3E2C-ABAB5AA4433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A998CB6-6AD5-E71D-1FE9-56E9BB748A2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D9FFC76-2D91-55DD-B636-FDBFECBA984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A06023F-CE74-094B-F484-02541B34CEC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68D9D0D-F713-1FD5-9970-ED998E881F0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and Object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0444293" name="Shape 1026"/>
          <p:cNvSpPr>
            <a:spLocks noChangeShapeType="1" noGrp="1"/>
          </p:cNvSpPr>
          <p:nvPr>
            <p:ph type="title" idx="0"/>
          </p:nvPr>
        </p:nvSpPr>
        <p:spPr bwMode="auto">
          <a:xfrm>
            <a:off x="457200" y="274637"/>
            <a:ext cx="8229600" cy="1143000"/>
          </a:xfrm>
          <a:prstGeom prst="rect">
            <a:avLst/>
          </a:prstGeom>
          <a:noFill/>
        </p:spPr>
        <p:txBody>
          <a:bodyPr lIns="91440" tIns="45720" rIns="91440" bIns="45720" anchor="ctr" anchorCtr="0"/>
          <a:lstStyle/>
          <a:p>
            <a:pPr marL="0" lvl="0" indent="0">
              <a:spcBef>
                <a:spcPts val="0"/>
              </a:spcBef>
              <a:buNone/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481177733" name="Shape 1027"/>
          <p:cNvSpPr>
            <a:spLocks noChangeShapeType="1" noGrp="1"/>
          </p:cNvSpPr>
          <p:nvPr>
            <p:ph idx="1"/>
          </p:nvPr>
        </p:nvSpPr>
        <p:spPr bwMode="auto">
          <a:xfrm>
            <a:off x="457200" y="1600200"/>
            <a:ext cx="8229600" cy="4525962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3200" b="0" i="0">
                <a:solidFill>
                  <a:schemeClr val="dk1"/>
                </a:solidFill>
                <a:latin typeface="Calibri"/>
              </a:defRPr>
            </a:lvl1pPr>
            <a:lvl2pPr marL="742950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800" b="0" i="0">
                <a:solidFill>
                  <a:schemeClr val="dk1"/>
                </a:solidFill>
                <a:latin typeface="Calibri"/>
              </a:defRPr>
            </a:lvl2pPr>
            <a:lvl3pPr marL="1143000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2400" b="0" i="0">
                <a:solidFill>
                  <a:schemeClr val="dk1"/>
                </a:solidFill>
                <a:latin typeface="Calibri"/>
              </a:defRPr>
            </a:lvl3pPr>
            <a:lvl4pPr marL="1600200" indent="13716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000" b="0" i="0">
                <a:solidFill>
                  <a:schemeClr val="dk1"/>
                </a:solidFill>
                <a:latin typeface="Calibri"/>
              </a:defRPr>
            </a:lvl4pPr>
            <a:lvl5pPr marL="2057400" indent="18288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»"/>
              <a:defRPr sz="2000" b="0" i="0">
                <a:solidFill>
                  <a:schemeClr val="dk1"/>
                </a:solidFill>
                <a:latin typeface="Calibri"/>
              </a:defRPr>
            </a:lvl5pPr>
          </a:lstStyle>
          <a:p>
            <a:pPr marL="342900" lvl="0" indent="-342900">
              <a:spcBef>
                <a:spcPts val="0"/>
              </a:spcBef>
              <a:buFont typeface="Arial"/>
              <a:buChar char="•"/>
              <a:defRPr/>
            </a:pPr>
            <a:r>
              <a:rPr/>
              <a:t>Click to edit Master text styles</a:t>
            </a:r>
            <a:endParaRPr/>
          </a:p>
          <a:p>
            <a:pPr marL="742950" lvl="1" indent="-285750">
              <a:spcBef>
                <a:spcPts val="0"/>
              </a:spcBef>
              <a:buChar char="–"/>
              <a:defRPr/>
            </a:pPr>
            <a:r>
              <a:rPr/>
              <a:t>Second level</a:t>
            </a:r>
            <a:endParaRPr/>
          </a:p>
          <a:p>
            <a:pPr marL="1143000" lvl="2" indent="-228600">
              <a:spcBef>
                <a:spcPts val="0"/>
              </a:spcBef>
              <a:buChar char="•"/>
              <a:defRPr/>
            </a:pPr>
            <a:r>
              <a:rPr/>
              <a:t>Third level</a:t>
            </a:r>
            <a:endParaRPr/>
          </a:p>
          <a:p>
            <a:pPr marL="1600200" lvl="3" indent="-228600">
              <a:spcBef>
                <a:spcPts val="0"/>
              </a:spcBef>
              <a:buChar char="–"/>
              <a:defRPr/>
            </a:pPr>
            <a:r>
              <a:rPr/>
              <a:t>Fourth level</a:t>
            </a:r>
            <a:endParaRPr/>
          </a:p>
          <a:p>
            <a:pPr marL="2057400" lvl="4" indent="-228600">
              <a:spcBef>
                <a:spcPts val="0"/>
              </a:spcBef>
              <a:buChar char="»"/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591375151" name="Shape 1028"/>
          <p:cNvSpPr>
            <a:spLocks noChangeShapeType="1" noGrp="1"/>
          </p:cNvSpPr>
          <p:nvPr>
            <p:ph type="dt" idx="2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</p:spPr>
        <p:txBody>
          <a:bodyPr lIns="91440" tIns="45720" rIns="91440" bIns="45720" anchor="ctr" anchorCtr="0"/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Calibri"/>
              </a:defRPr>
            </a:lvl5pPr>
          </a:lstStyle>
          <a:p>
            <a:pPr marL="0" lvl="0" indent="0">
              <a:spcBef>
                <a:spcPts val="0"/>
              </a:spcBef>
              <a:buNone/>
              <a:defRPr/>
            </a:pPr>
            <a:endParaRPr lang="en-US" sz="1200"/>
          </a:p>
        </p:txBody>
      </p:sp>
      <p:sp>
        <p:nvSpPr>
          <p:cNvPr id="331965029" name="Shape 1029"/>
          <p:cNvSpPr>
            <a:spLocks noChangeShapeType="1" noGrp="1"/>
          </p:cNvSpPr>
          <p:nvPr>
            <p:ph type="ftr" idx="3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  <a:noFill/>
        </p:spPr>
        <p:txBody>
          <a:bodyPr lIns="91440" tIns="45720" rIns="91440" bIns="45720" anchor="ctr" anchorCtr="0"/>
          <a:lstStyle/>
          <a:p>
            <a:pPr>
              <a:defRPr/>
            </a:pPr>
            <a:endParaRPr sz="1400"/>
          </a:p>
        </p:txBody>
      </p:sp>
      <p:sp>
        <p:nvSpPr>
          <p:cNvPr id="310483348" name="Shape 1030"/>
          <p:cNvSpPr>
            <a:spLocks noChangeShapeType="1" noGrp="1"/>
          </p:cNvSpPr>
          <p:nvPr>
            <p:ph type="sldNum" idx="4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</p:spPr>
        <p:txBody>
          <a:bodyPr lIns="91440" tIns="45720" rIns="91440" bIns="45720" anchor="ctr" anchorCtr="0"/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Calibri"/>
              </a:defRPr>
            </a:lvl5pPr>
          </a:lstStyle>
          <a:p>
            <a:pPr marL="0" lvl="0" indent="0" algn="r">
              <a:spcBef>
                <a:spcPts val="0"/>
              </a:spcBef>
              <a:buNone/>
              <a:defRPr/>
            </a:pPr>
            <a:fld id="{D038279B-FC19-497E-A7D1-5ADD9CAF016F}" type="slidenum">
              <a:rPr sz="1200">
                <a:solidFill>
                  <a:srgbClr val="898989"/>
                </a:solidFill>
              </a:rPr>
              <a:t>&lt;#&gt;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6769215" name="Title Placeholder 1"/>
          <p:cNvSpPr>
            <a:spLocks noChangeShapeType="1" noGrp="1"/>
          </p:cNvSpPr>
          <p:nvPr>
            <p:ph type="title" idx="0"/>
          </p:nvPr>
        </p:nvSpPr>
        <p:spPr bwMode="auto">
          <a:xfrm>
            <a:off x="457200" y="274637"/>
            <a:ext cx="8229600" cy="1143000"/>
          </a:xfrm>
          <a:prstGeom prst="rect">
            <a:avLst/>
          </a:prstGeom>
          <a:noFill/>
        </p:spPr>
        <p:txBody>
          <a:bodyPr lIns="91440" tIns="45720" rIns="91440" bIns="45720" anchor="ctr" anchorCtr="0"/>
          <a:lstStyle/>
          <a:p>
            <a:pPr marL="0" lvl="0" indent="0">
              <a:spcBef>
                <a:spcPts val="0"/>
              </a:spcBef>
              <a:buNone/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510178466" name="Text Placeholder 2"/>
          <p:cNvSpPr>
            <a:spLocks noChangeShapeType="1" noGrp="1"/>
          </p:cNvSpPr>
          <p:nvPr>
            <p:ph type="body" idx="1"/>
          </p:nvPr>
        </p:nvSpPr>
        <p:spPr bwMode="auto">
          <a:xfrm>
            <a:off x="457200" y="1600200"/>
            <a:ext cx="8229600" cy="4525962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3200" b="0" i="0">
                <a:solidFill>
                  <a:schemeClr val="dk1"/>
                </a:solidFill>
                <a:latin typeface="Calibri"/>
              </a:defRPr>
            </a:lvl1pPr>
            <a:lvl2pPr marL="742950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800" b="0" i="0">
                <a:solidFill>
                  <a:schemeClr val="dk1"/>
                </a:solidFill>
                <a:latin typeface="Calibri"/>
              </a:defRPr>
            </a:lvl2pPr>
            <a:lvl3pPr marL="1143000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2400" b="0" i="0">
                <a:solidFill>
                  <a:schemeClr val="dk1"/>
                </a:solidFill>
                <a:latin typeface="Calibri"/>
              </a:defRPr>
            </a:lvl3pPr>
            <a:lvl4pPr marL="1600200" indent="13716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000" b="0" i="0">
                <a:solidFill>
                  <a:schemeClr val="dk1"/>
                </a:solidFill>
                <a:latin typeface="Calibri"/>
              </a:defRPr>
            </a:lvl4pPr>
            <a:lvl5pPr marL="2057400" indent="18288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»"/>
              <a:defRPr sz="2000" b="0" i="0">
                <a:solidFill>
                  <a:schemeClr val="dk1"/>
                </a:solidFill>
                <a:latin typeface="Calibri"/>
              </a:defRPr>
            </a:lvl5pPr>
          </a:lstStyle>
          <a:p>
            <a:pPr marL="342900" lvl="0" indent="-342900">
              <a:spcBef>
                <a:spcPts val="0"/>
              </a:spcBef>
              <a:buFont typeface="Arial"/>
              <a:buChar char="•"/>
              <a:defRPr/>
            </a:pPr>
            <a:r>
              <a:rPr/>
              <a:t>Click to edit Master text styles</a:t>
            </a:r>
            <a:endParaRPr/>
          </a:p>
          <a:p>
            <a:pPr marL="742950" lvl="1" indent="-285750">
              <a:spcBef>
                <a:spcPts val="0"/>
              </a:spcBef>
              <a:buChar char="–"/>
              <a:defRPr/>
            </a:pPr>
            <a:r>
              <a:rPr/>
              <a:t>Second level</a:t>
            </a:r>
            <a:endParaRPr/>
          </a:p>
          <a:p>
            <a:pPr marL="1143000" lvl="2" indent="-228600">
              <a:spcBef>
                <a:spcPts val="0"/>
              </a:spcBef>
              <a:buChar char="•"/>
              <a:defRPr/>
            </a:pPr>
            <a:r>
              <a:rPr/>
              <a:t>Third level</a:t>
            </a:r>
            <a:endParaRPr/>
          </a:p>
          <a:p>
            <a:pPr marL="1600200" lvl="3" indent="-228600">
              <a:spcBef>
                <a:spcPts val="0"/>
              </a:spcBef>
              <a:buChar char="–"/>
              <a:defRPr/>
            </a:pPr>
            <a:r>
              <a:rPr/>
              <a:t>Fourth level</a:t>
            </a:r>
            <a:endParaRPr/>
          </a:p>
          <a:p>
            <a:pPr marL="2057400" lvl="4" indent="-228600">
              <a:spcBef>
                <a:spcPts val="0"/>
              </a:spcBef>
              <a:buChar char="»"/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744989742" name="Date Placeholder 3"/>
          <p:cNvSpPr>
            <a:spLocks noChangeShapeType="1" noGrp="1"/>
          </p:cNvSpPr>
          <p:nvPr>
            <p:ph type="dt" idx="2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</p:spPr>
        <p:txBody>
          <a:bodyPr lIns="91440" tIns="45720" rIns="91440" bIns="45720" anchor="ctr" anchorCtr="0"/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Calibri"/>
              </a:defRPr>
            </a:lvl5pPr>
          </a:lstStyle>
          <a:p>
            <a:pPr marL="0" lvl="0" indent="0">
              <a:spcBef>
                <a:spcPts val="0"/>
              </a:spcBef>
              <a:buNone/>
              <a:defRPr/>
            </a:pPr>
            <a:r>
              <a:rPr sz="1200">
                <a:solidFill>
                  <a:srgbClr val="898989"/>
                </a:solidFill>
              </a:rPr>
              <a:t>*</a:t>
            </a:r>
            <a:endParaRPr/>
          </a:p>
        </p:txBody>
      </p:sp>
      <p:sp>
        <p:nvSpPr>
          <p:cNvPr id="1907496763" name="Footer Placeholder 4"/>
          <p:cNvSpPr>
            <a:spLocks noChangeShapeType="1" noGrp="1"/>
          </p:cNvSpPr>
          <p:nvPr>
            <p:ph type="ftr" idx="3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  <a:noFill/>
        </p:spPr>
        <p:txBody>
          <a:bodyPr lIns="91440" tIns="45720" rIns="91440" bIns="45720" anchor="ctr" anchorCtr="0"/>
          <a:lstStyle/>
          <a:p>
            <a:pPr>
              <a:defRPr/>
            </a:pPr>
            <a:endParaRPr sz="1400"/>
          </a:p>
        </p:txBody>
      </p:sp>
      <p:sp>
        <p:nvSpPr>
          <p:cNvPr id="1875619654" name="Slide Number Placeholder 5"/>
          <p:cNvSpPr>
            <a:spLocks noChangeShapeType="1" noGrp="1"/>
          </p:cNvSpPr>
          <p:nvPr>
            <p:ph type="sldNum" idx="4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</p:spPr>
        <p:txBody>
          <a:bodyPr lIns="91440" tIns="45720" rIns="91440" bIns="45720" anchor="ctr" anchorCtr="0"/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Calibri"/>
              </a:defRPr>
            </a:lvl5pPr>
          </a:lstStyle>
          <a:p>
            <a:pPr marL="0" lvl="0" indent="0" algn="r">
              <a:spcBef>
                <a:spcPts val="0"/>
              </a:spcBef>
              <a:buNone/>
              <a:defRPr/>
            </a:pPr>
            <a:fld id="{D038279B-FC19-497E-A7D1-5ADD9CAF016F}" type="slidenum">
              <a:rPr sz="1200">
                <a:solidFill>
                  <a:srgbClr val="898989"/>
                </a:solidFill>
              </a:rPr>
              <a:t>*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7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Relationship Id="rId8" Type="http://schemas.openxmlformats.org/officeDocument/2006/relationships/image" Target="../media/image24.png"/><Relationship Id="rId9" Type="http://schemas.openxmlformats.org/officeDocument/2006/relationships/image" Target="../media/image25.png"/><Relationship Id="rId10" Type="http://schemas.openxmlformats.org/officeDocument/2006/relationships/image" Target="../media/image26.png"/><Relationship Id="rId11" Type="http://schemas.openxmlformats.org/officeDocument/2006/relationships/image" Target="../media/image27.png"/><Relationship Id="rId12" Type="http://schemas.openxmlformats.org/officeDocument/2006/relationships/image" Target="../media/image28.png"/><Relationship Id="rId13" Type="http://schemas.openxmlformats.org/officeDocument/2006/relationships/image" Target="../media/image29.png"/><Relationship Id="rId14" Type="http://schemas.openxmlformats.org/officeDocument/2006/relationships/image" Target="../media/image30.png"/><Relationship Id="rId15" Type="http://schemas.openxmlformats.org/officeDocument/2006/relationships/image" Target="../media/image31.png"/><Relationship Id="rId16" Type="http://schemas.openxmlformats.org/officeDocument/2006/relationships/image" Target="../media/image32.png"/><Relationship Id="rId17" Type="http://schemas.openxmlformats.org/officeDocument/2006/relationships/image" Target="../media/image33.png"/><Relationship Id="rId18" Type="http://schemas.openxmlformats.org/officeDocument/2006/relationships/image" Target="../media/image34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image" Target="../media/image37.png"/><Relationship Id="rId6" Type="http://schemas.openxmlformats.org/officeDocument/2006/relationships/image" Target="../media/image38.png"/><Relationship Id="rId7" Type="http://schemas.openxmlformats.org/officeDocument/2006/relationships/image" Target="../media/image39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0.png"/><Relationship Id="rId4" Type="http://schemas.openxmlformats.org/officeDocument/2006/relationships/image" Target="../media/image41.png"/><Relationship Id="rId5" Type="http://schemas.openxmlformats.org/officeDocument/2006/relationships/image" Target="../media/image4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0826306" name="Freeform 2"/>
          <p:cNvSpPr>
            <a:spLocks noChangeShapeType="1" noGrp="1"/>
          </p:cNvSpPr>
          <p:nvPr/>
        </p:nvSpPr>
        <p:spPr bwMode="auto">
          <a:xfrm>
            <a:off x="0" y="0"/>
            <a:ext cx="18288000" cy="10287000"/>
          </a:xfrm>
          <a:custGeom>
            <a:avLst/>
            <a:gdLst>
              <a:gd name="gd0" fmla="val 65536"/>
              <a:gd name="gd1" fmla="val 0"/>
              <a:gd name="gd2" fmla="val 0"/>
              <a:gd name="gd3" fmla="val 18288000"/>
              <a:gd name="gd4" fmla="val 0"/>
              <a:gd name="gd5" fmla="val 18288000"/>
              <a:gd name="gd6" fmla="val 10287000"/>
              <a:gd name="gd7" fmla="val 0"/>
              <a:gd name="gd8" fmla="val 10287000"/>
              <a:gd name="gd9" fmla="val 0"/>
              <a:gd name="gd10" fmla="val 0"/>
            </a:gdLst>
            <a:ahLst/>
            <a:cxnLst/>
            <a:rect l="0" t="0" r="r" b="b"/>
            <a:pathLst>
              <a:path w="18288000" h="10287000" fill="norm" stroke="1" extrusionOk="0">
                <a:moveTo>
                  <a:pt x="gd1" y="gd2"/>
                </a:moveTo>
                <a:lnTo>
                  <a:pt x="gd3" y="gd4"/>
                </a:lnTo>
                <a:lnTo>
                  <a:pt x="gd5" y="gd6"/>
                </a:lnTo>
                <a:lnTo>
                  <a:pt x="gd7" y="gd8"/>
                </a:lnTo>
                <a:lnTo>
                  <a:pt x="gd9" y="gd10"/>
                </a:lnTo>
                <a:close/>
              </a:path>
            </a:pathLst>
          </a:custGeom>
          <a:blipFill rotWithShape="1">
            <a:blip r:embed="rId3"/>
            <a:stretch/>
          </a:blipFill>
        </p:spPr>
        <p:txBody>
          <a:bodyPr lIns="91440" tIns="45720" rIns="91440" bIns="45720" anchor="t"/>
          <a:lstStyle/>
          <a:p>
            <a:pPr>
              <a:defRPr/>
            </a:pPr>
            <a:endParaRPr sz="1400"/>
          </a:p>
        </p:txBody>
      </p:sp>
      <p:sp>
        <p:nvSpPr>
          <p:cNvPr id="1064253242" name="Freeform 3"/>
          <p:cNvSpPr>
            <a:spLocks noChangeShapeType="1" noGrp="1"/>
          </p:cNvSpPr>
          <p:nvPr/>
        </p:nvSpPr>
        <p:spPr bwMode="auto">
          <a:xfrm>
            <a:off x="15449549" y="0"/>
            <a:ext cx="2190750" cy="1933575"/>
          </a:xfrm>
          <a:custGeom>
            <a:avLst/>
            <a:gdLst>
              <a:gd name="gd0" fmla="val 65536"/>
              <a:gd name="gd1" fmla="val 0"/>
              <a:gd name="gd2" fmla="val 0"/>
              <a:gd name="gd3" fmla="val 2190750"/>
              <a:gd name="gd4" fmla="val 0"/>
              <a:gd name="gd5" fmla="val 2190750"/>
              <a:gd name="gd6" fmla="val 1933575"/>
              <a:gd name="gd7" fmla="val 0"/>
              <a:gd name="gd8" fmla="val 1933575"/>
              <a:gd name="gd9" fmla="val 0"/>
              <a:gd name="gd10" fmla="val 0"/>
            </a:gdLst>
            <a:ahLst/>
            <a:cxnLst/>
            <a:rect l="0" t="0" r="r" b="b"/>
            <a:pathLst>
              <a:path w="2190750" h="1933575" fill="norm" stroke="1" extrusionOk="0">
                <a:moveTo>
                  <a:pt x="gd1" y="gd2"/>
                </a:moveTo>
                <a:lnTo>
                  <a:pt x="gd3" y="gd4"/>
                </a:lnTo>
                <a:lnTo>
                  <a:pt x="gd5" y="gd6"/>
                </a:lnTo>
                <a:lnTo>
                  <a:pt x="gd7" y="gd8"/>
                </a:lnTo>
                <a:lnTo>
                  <a:pt x="gd9" y="gd10"/>
                </a:lnTo>
                <a:close/>
              </a:path>
            </a:pathLst>
          </a:custGeom>
          <a:blipFill rotWithShape="1">
            <a:blip r:embed="rId4"/>
            <a:stretch/>
          </a:blipFill>
        </p:spPr>
        <p:txBody>
          <a:bodyPr lIns="91440" tIns="45720" rIns="91440" bIns="45720" anchor="t"/>
          <a:lstStyle/>
          <a:p>
            <a:pPr>
              <a:defRPr/>
            </a:pPr>
            <a:endParaRPr sz="1400"/>
          </a:p>
        </p:txBody>
      </p:sp>
      <p:sp>
        <p:nvSpPr>
          <p:cNvPr id="1457615622" name="Freeform 4"/>
          <p:cNvSpPr>
            <a:spLocks noChangeShapeType="1" noGrp="1"/>
          </p:cNvSpPr>
          <p:nvPr/>
        </p:nvSpPr>
        <p:spPr bwMode="auto">
          <a:xfrm>
            <a:off x="8486775" y="4067175"/>
            <a:ext cx="2838450" cy="3219449"/>
          </a:xfrm>
          <a:custGeom>
            <a:avLst/>
            <a:gdLst>
              <a:gd name="gd0" fmla="val 65536"/>
              <a:gd name="gd1" fmla="val 0"/>
              <a:gd name="gd2" fmla="val 0"/>
              <a:gd name="gd3" fmla="val 2838450"/>
              <a:gd name="gd4" fmla="val 0"/>
              <a:gd name="gd5" fmla="val 2838450"/>
              <a:gd name="gd6" fmla="val 3219450"/>
              <a:gd name="gd7" fmla="val 0"/>
              <a:gd name="gd8" fmla="val 3219450"/>
              <a:gd name="gd9" fmla="val 0"/>
              <a:gd name="gd10" fmla="val 0"/>
            </a:gdLst>
            <a:ahLst/>
            <a:cxnLst/>
            <a:rect l="0" t="0" r="r" b="b"/>
            <a:pathLst>
              <a:path w="2838450" h="3219450" fill="norm" stroke="1" extrusionOk="0">
                <a:moveTo>
                  <a:pt x="gd1" y="gd2"/>
                </a:moveTo>
                <a:lnTo>
                  <a:pt x="gd3" y="gd4"/>
                </a:lnTo>
                <a:lnTo>
                  <a:pt x="gd5" y="gd6"/>
                </a:lnTo>
                <a:lnTo>
                  <a:pt x="gd7" y="gd8"/>
                </a:lnTo>
                <a:lnTo>
                  <a:pt x="gd9" y="gd10"/>
                </a:lnTo>
                <a:close/>
              </a:path>
            </a:pathLst>
          </a:custGeom>
          <a:blipFill rotWithShape="1">
            <a:blip r:embed="rId5"/>
            <a:stretch/>
          </a:blipFill>
        </p:spPr>
        <p:txBody>
          <a:bodyPr lIns="91440" tIns="45720" rIns="91440" bIns="45720" anchor="t"/>
          <a:lstStyle/>
          <a:p>
            <a:pPr>
              <a:defRPr/>
            </a:pPr>
            <a:endParaRPr sz="1400"/>
          </a:p>
        </p:txBody>
      </p:sp>
      <p:sp>
        <p:nvSpPr>
          <p:cNvPr id="8200546" name="Freeform 5"/>
          <p:cNvSpPr>
            <a:spLocks noChangeShapeType="1" noGrp="1"/>
          </p:cNvSpPr>
          <p:nvPr/>
        </p:nvSpPr>
        <p:spPr bwMode="auto">
          <a:xfrm>
            <a:off x="7181850" y="2571750"/>
            <a:ext cx="10458450" cy="6648450"/>
          </a:xfrm>
          <a:custGeom>
            <a:avLst/>
            <a:gdLst>
              <a:gd name="gd0" fmla="val 65536"/>
              <a:gd name="gd1" fmla="val 0"/>
              <a:gd name="gd2" fmla="val 0"/>
              <a:gd name="gd3" fmla="val 10458450"/>
              <a:gd name="gd4" fmla="val 0"/>
              <a:gd name="gd5" fmla="val 10458450"/>
              <a:gd name="gd6" fmla="val 6648450"/>
              <a:gd name="gd7" fmla="val 0"/>
              <a:gd name="gd8" fmla="val 6648450"/>
              <a:gd name="gd9" fmla="val 0"/>
              <a:gd name="gd10" fmla="val 0"/>
            </a:gdLst>
            <a:ahLst/>
            <a:cxnLst/>
            <a:rect l="0" t="0" r="r" b="b"/>
            <a:pathLst>
              <a:path w="10458450" h="6648450" fill="norm" stroke="1" extrusionOk="0">
                <a:moveTo>
                  <a:pt x="gd1" y="gd2"/>
                </a:moveTo>
                <a:lnTo>
                  <a:pt x="gd3" y="gd4"/>
                </a:lnTo>
                <a:lnTo>
                  <a:pt x="gd5" y="gd6"/>
                </a:lnTo>
                <a:lnTo>
                  <a:pt x="gd7" y="gd8"/>
                </a:lnTo>
                <a:lnTo>
                  <a:pt x="gd9" y="gd10"/>
                </a:lnTo>
                <a:close/>
              </a:path>
            </a:pathLst>
          </a:custGeom>
          <a:blipFill rotWithShape="1">
            <a:blip r:embed="rId6"/>
            <a:stretch/>
          </a:blipFill>
        </p:spPr>
        <p:txBody>
          <a:bodyPr lIns="91440" tIns="45720" rIns="91440" bIns="45720" anchor="t"/>
          <a:lstStyle/>
          <a:p>
            <a:pPr>
              <a:defRPr/>
            </a:pPr>
            <a:endParaRPr sz="1400"/>
          </a:p>
        </p:txBody>
      </p:sp>
      <p:sp>
        <p:nvSpPr>
          <p:cNvPr id="36183834" name="Freeform 6"/>
          <p:cNvSpPr>
            <a:spLocks noChangeShapeType="1" noGrp="1"/>
          </p:cNvSpPr>
          <p:nvPr/>
        </p:nvSpPr>
        <p:spPr bwMode="auto">
          <a:xfrm>
            <a:off x="17411700" y="6858000"/>
            <a:ext cx="876299" cy="1714500"/>
          </a:xfrm>
          <a:custGeom>
            <a:avLst/>
            <a:gdLst>
              <a:gd name="gd0" fmla="val 65536"/>
              <a:gd name="gd1" fmla="val 0"/>
              <a:gd name="gd2" fmla="val 0"/>
              <a:gd name="gd3" fmla="val 876300"/>
              <a:gd name="gd4" fmla="val 0"/>
              <a:gd name="gd5" fmla="val 876300"/>
              <a:gd name="gd6" fmla="val 1714500"/>
              <a:gd name="gd7" fmla="val 0"/>
              <a:gd name="gd8" fmla="val 1714500"/>
              <a:gd name="gd9" fmla="val 0"/>
              <a:gd name="gd10" fmla="val 0"/>
            </a:gdLst>
            <a:ahLst/>
            <a:cxnLst/>
            <a:rect l="0" t="0" r="r" b="b"/>
            <a:pathLst>
              <a:path w="876300" h="1714500" fill="norm" stroke="1" extrusionOk="0">
                <a:moveTo>
                  <a:pt x="gd1" y="gd2"/>
                </a:moveTo>
                <a:lnTo>
                  <a:pt x="gd3" y="gd4"/>
                </a:lnTo>
                <a:lnTo>
                  <a:pt x="gd5" y="gd6"/>
                </a:lnTo>
                <a:lnTo>
                  <a:pt x="gd7" y="gd8"/>
                </a:lnTo>
                <a:lnTo>
                  <a:pt x="gd9" y="gd10"/>
                </a:lnTo>
                <a:close/>
              </a:path>
            </a:pathLst>
          </a:custGeom>
          <a:blipFill rotWithShape="1">
            <a:blip r:embed="rId7"/>
            <a:stretch/>
          </a:blipFill>
        </p:spPr>
        <p:txBody>
          <a:bodyPr lIns="91440" tIns="45720" rIns="91440" bIns="45720" anchor="t"/>
          <a:lstStyle/>
          <a:p>
            <a:pPr>
              <a:defRPr/>
            </a:pPr>
            <a:endParaRPr sz="1400"/>
          </a:p>
        </p:txBody>
      </p:sp>
      <p:sp>
        <p:nvSpPr>
          <p:cNvPr id="1799890026" name="Freeform 7"/>
          <p:cNvSpPr>
            <a:spLocks noChangeShapeType="1" noGrp="1"/>
          </p:cNvSpPr>
          <p:nvPr/>
        </p:nvSpPr>
        <p:spPr bwMode="auto">
          <a:xfrm>
            <a:off x="9144000" y="8782050"/>
            <a:ext cx="3705225" cy="1295400"/>
          </a:xfrm>
          <a:custGeom>
            <a:avLst/>
            <a:gdLst>
              <a:gd name="gd0" fmla="val 65536"/>
              <a:gd name="gd1" fmla="val 0"/>
              <a:gd name="gd2" fmla="val 0"/>
              <a:gd name="gd3" fmla="val 3705225"/>
              <a:gd name="gd4" fmla="val 0"/>
              <a:gd name="gd5" fmla="val 3705225"/>
              <a:gd name="gd6" fmla="val 1295400"/>
              <a:gd name="gd7" fmla="val 0"/>
              <a:gd name="gd8" fmla="val 1295400"/>
              <a:gd name="gd9" fmla="val 0"/>
              <a:gd name="gd10" fmla="val 0"/>
            </a:gdLst>
            <a:ahLst/>
            <a:cxnLst/>
            <a:rect l="0" t="0" r="r" b="b"/>
            <a:pathLst>
              <a:path w="3705225" h="1295400" fill="norm" stroke="1" extrusionOk="0">
                <a:moveTo>
                  <a:pt x="gd1" y="gd2"/>
                </a:moveTo>
                <a:lnTo>
                  <a:pt x="gd3" y="gd4"/>
                </a:lnTo>
                <a:lnTo>
                  <a:pt x="gd5" y="gd6"/>
                </a:lnTo>
                <a:lnTo>
                  <a:pt x="gd7" y="gd8"/>
                </a:lnTo>
                <a:lnTo>
                  <a:pt x="gd9" y="gd10"/>
                </a:lnTo>
                <a:close/>
              </a:path>
            </a:pathLst>
          </a:custGeom>
          <a:blipFill rotWithShape="1">
            <a:blip r:embed="rId8"/>
            <a:stretch/>
          </a:blipFill>
        </p:spPr>
        <p:txBody>
          <a:bodyPr lIns="91440" tIns="45720" rIns="91440" bIns="45720" anchor="t"/>
          <a:lstStyle/>
          <a:p>
            <a:pPr>
              <a:defRPr/>
            </a:pPr>
            <a:endParaRPr sz="1400"/>
          </a:p>
        </p:txBody>
      </p:sp>
      <p:sp>
        <p:nvSpPr>
          <p:cNvPr id="1092521124" name="TextBox 8"/>
          <p:cNvSpPr txBox="1">
            <a:spLocks noChangeShapeType="1" noGrp="1"/>
          </p:cNvSpPr>
          <p:nvPr/>
        </p:nvSpPr>
        <p:spPr bwMode="auto">
          <a:xfrm>
            <a:off x="804862" y="1984375"/>
            <a:ext cx="10533061" cy="1589087"/>
          </a:xfrm>
          <a:prstGeom prst="rect">
            <a:avLst/>
          </a:prstGeom>
          <a:noFill/>
        </p:spPr>
        <p:txBody>
          <a:bodyPr lIns="0" tIns="0" rIns="0" bIns="0">
            <a:spAutoFit/>
          </a:bodyPr>
          <a:lstStyle/>
          <a:p>
            <a:pPr lvl="0">
              <a:lnSpc>
                <a:spcPts val="11925"/>
              </a:lnSpc>
              <a:defRPr/>
            </a:pPr>
            <a:r>
              <a:rPr sz="11900" b="1" i="0" u="none">
                <a:solidFill>
                  <a:srgbClr val="FFFFFF"/>
                </a:solidFill>
                <a:latin typeface="Montserrat Bold"/>
                <a:ea typeface="Montserrat Bold"/>
              </a:rPr>
              <a:t>CAMPUS</a:t>
            </a:r>
            <a:r>
              <a:rPr sz="11900" b="1" i="0" u="none">
                <a:solidFill>
                  <a:srgbClr val="387DD8"/>
                </a:solidFill>
                <a:latin typeface="Montserrat Bold"/>
                <a:ea typeface="Montserrat Bold"/>
              </a:rPr>
              <a:t>HIRE</a:t>
            </a:r>
            <a:endParaRPr/>
          </a:p>
        </p:txBody>
      </p:sp>
      <p:sp>
        <p:nvSpPr>
          <p:cNvPr id="1557535136" name="TextBox 9"/>
          <p:cNvSpPr txBox="1">
            <a:spLocks noChangeShapeType="1" noGrp="1"/>
          </p:cNvSpPr>
          <p:nvPr/>
        </p:nvSpPr>
        <p:spPr bwMode="auto">
          <a:xfrm>
            <a:off x="841375" y="4000500"/>
            <a:ext cx="6894512" cy="504825"/>
          </a:xfrm>
          <a:prstGeom prst="rect">
            <a:avLst/>
          </a:prstGeom>
          <a:noFill/>
        </p:spPr>
        <p:txBody>
          <a:bodyPr lIns="0" tIns="0" rIns="0" bIns="0">
            <a:spAutoFit/>
          </a:bodyPr>
          <a:lstStyle/>
          <a:p>
            <a:pPr lvl="0">
              <a:lnSpc>
                <a:spcPts val="3987"/>
              </a:lnSpc>
              <a:defRPr/>
            </a:pPr>
            <a:r>
              <a:rPr sz="3300" b="1" i="0" u="none">
                <a:solidFill>
                  <a:srgbClr val="FFFFFF"/>
                </a:solidFill>
                <a:latin typeface="DM Sans Bold"/>
                <a:ea typeface="DM Sans Bold"/>
              </a:rPr>
              <a:t>Placement Management Platform</a:t>
            </a:r>
            <a:endParaRPr/>
          </a:p>
        </p:txBody>
      </p:sp>
      <p:sp>
        <p:nvSpPr>
          <p:cNvPr id="1307452119" name="TextBox 10"/>
          <p:cNvSpPr txBox="1">
            <a:spLocks noChangeShapeType="1" noGrp="1"/>
          </p:cNvSpPr>
          <p:nvPr/>
        </p:nvSpPr>
        <p:spPr bwMode="auto">
          <a:xfrm>
            <a:off x="841375" y="5130800"/>
            <a:ext cx="5138737" cy="714375"/>
          </a:xfrm>
          <a:prstGeom prst="rect">
            <a:avLst/>
          </a:prstGeom>
          <a:noFill/>
        </p:spPr>
        <p:txBody>
          <a:bodyPr lIns="0" tIns="0" rIns="0" bIns="0">
            <a:spAutoFit/>
          </a:bodyPr>
          <a:lstStyle/>
          <a:p>
            <a:pPr lvl="0">
              <a:lnSpc>
                <a:spcPts val="2837"/>
              </a:lnSpc>
              <a:defRPr/>
            </a:pPr>
            <a:r>
              <a:rPr sz="2300" b="1" i="0" u="none">
                <a:solidFill>
                  <a:srgbClr val="FFFFFF"/>
                </a:solidFill>
                <a:latin typeface="Montserrat Medium"/>
                <a:ea typeface="Montserrat Medium"/>
              </a:rPr>
              <a:t>A smart digital platform for</a:t>
            </a:r>
            <a:endParaRPr/>
          </a:p>
          <a:p>
            <a:pPr lvl="0">
              <a:lnSpc>
                <a:spcPts val="2837"/>
              </a:lnSpc>
              <a:defRPr/>
            </a:pPr>
            <a:r>
              <a:rPr sz="2300" b="1" i="0" u="none">
                <a:solidFill>
                  <a:srgbClr val="387DD8"/>
                </a:solidFill>
                <a:latin typeface="Montserrat Medium"/>
                <a:ea typeface="Montserrat Medium"/>
              </a:rPr>
              <a:t>student placement</a:t>
            </a:r>
            <a:r>
              <a:rPr sz="2300" b="1" i="0" u="none">
                <a:solidFill>
                  <a:srgbClr val="FFFFFF"/>
                </a:solidFill>
                <a:latin typeface="Montserrat Medium"/>
                <a:ea typeface="Montserrat Medium"/>
              </a:rPr>
              <a:t> management</a:t>
            </a:r>
            <a:endParaRPr/>
          </a:p>
        </p:txBody>
      </p:sp>
      <p:sp>
        <p:nvSpPr>
          <p:cNvPr id="948030934" name="Freeform 11"/>
          <p:cNvSpPr>
            <a:spLocks noChangeShapeType="1" noGrp="1"/>
          </p:cNvSpPr>
          <p:nvPr/>
        </p:nvSpPr>
        <p:spPr bwMode="auto">
          <a:xfrm>
            <a:off x="647700" y="6638925"/>
            <a:ext cx="1971675" cy="219074"/>
          </a:xfrm>
          <a:custGeom>
            <a:avLst/>
            <a:gdLst>
              <a:gd name="gd0" fmla="val 65536"/>
              <a:gd name="gd1" fmla="val 0"/>
              <a:gd name="gd2" fmla="val 0"/>
              <a:gd name="gd3" fmla="val 1971675"/>
              <a:gd name="gd4" fmla="val 0"/>
              <a:gd name="gd5" fmla="val 1971675"/>
              <a:gd name="gd6" fmla="val 219075"/>
              <a:gd name="gd7" fmla="val 0"/>
              <a:gd name="gd8" fmla="val 219075"/>
              <a:gd name="gd9" fmla="val 0"/>
              <a:gd name="gd10" fmla="val 0"/>
            </a:gdLst>
            <a:ahLst/>
            <a:cxnLst/>
            <a:rect l="0" t="0" r="r" b="b"/>
            <a:pathLst>
              <a:path w="1971675" h="219075" fill="norm" stroke="1" extrusionOk="0">
                <a:moveTo>
                  <a:pt x="gd1" y="gd2"/>
                </a:moveTo>
                <a:lnTo>
                  <a:pt x="gd3" y="gd4"/>
                </a:lnTo>
                <a:lnTo>
                  <a:pt x="gd5" y="gd6"/>
                </a:lnTo>
                <a:lnTo>
                  <a:pt x="gd7" y="gd8"/>
                </a:lnTo>
                <a:lnTo>
                  <a:pt x="gd9" y="gd10"/>
                </a:lnTo>
                <a:close/>
              </a:path>
            </a:pathLst>
          </a:custGeom>
          <a:blipFill rotWithShape="1">
            <a:blip r:embed="rId9"/>
            <a:stretch/>
          </a:blipFill>
        </p:spPr>
        <p:txBody>
          <a:bodyPr lIns="91440" tIns="45720" rIns="91440" bIns="45720" anchor="t"/>
          <a:lstStyle/>
          <a:p>
            <a:pPr>
              <a:defRPr/>
            </a:pPr>
            <a:endParaRPr sz="1400"/>
          </a:p>
        </p:txBody>
      </p:sp>
      <p:sp>
        <p:nvSpPr>
          <p:cNvPr id="1406770091" name="TextBox 12"/>
          <p:cNvSpPr txBox="1">
            <a:spLocks noChangeShapeType="1" noGrp="1"/>
          </p:cNvSpPr>
          <p:nvPr/>
        </p:nvSpPr>
        <p:spPr bwMode="auto">
          <a:xfrm>
            <a:off x="841375" y="7223125"/>
            <a:ext cx="2249487" cy="295274"/>
          </a:xfrm>
          <a:prstGeom prst="rect">
            <a:avLst/>
          </a:prstGeom>
          <a:noFill/>
        </p:spPr>
        <p:txBody>
          <a:bodyPr lIns="0" tIns="0" rIns="0" bIns="0">
            <a:spAutoFit/>
          </a:bodyPr>
          <a:lstStyle/>
          <a:p>
            <a:pPr lvl="0">
              <a:lnSpc>
                <a:spcPts val="2362"/>
              </a:lnSpc>
              <a:defRPr/>
            </a:pPr>
            <a:r>
              <a:rPr sz="1900" b="1" i="0" u="none">
                <a:solidFill>
                  <a:srgbClr val="387DD8"/>
                </a:solidFill>
                <a:latin typeface="Montserrat Semi-Bold"/>
                <a:ea typeface="Montserrat Semi-Bold"/>
              </a:rPr>
              <a:t>PRESENTED BY:</a:t>
            </a:r>
            <a:endParaRPr/>
          </a:p>
        </p:txBody>
      </p:sp>
      <p:sp>
        <p:nvSpPr>
          <p:cNvPr id="607962400" name="TextBox 13"/>
          <p:cNvSpPr txBox="1">
            <a:spLocks noChangeShapeType="1" noGrp="1"/>
          </p:cNvSpPr>
          <p:nvPr/>
        </p:nvSpPr>
        <p:spPr bwMode="auto">
          <a:xfrm>
            <a:off x="841375" y="7669212"/>
            <a:ext cx="3565525" cy="381000"/>
          </a:xfrm>
          <a:prstGeom prst="rect">
            <a:avLst/>
          </a:prstGeom>
          <a:noFill/>
        </p:spPr>
        <p:txBody>
          <a:bodyPr lIns="0" tIns="0" rIns="0" bIns="0">
            <a:spAutoFit/>
          </a:bodyPr>
          <a:lstStyle/>
          <a:p>
            <a:pPr lvl="0">
              <a:lnSpc>
                <a:spcPts val="3062"/>
              </a:lnSpc>
              <a:defRPr/>
            </a:pPr>
            <a:r>
              <a:rPr sz="2500" b="1" i="0" u="none">
                <a:solidFill>
                  <a:srgbClr val="FFFFFF"/>
                </a:solidFill>
                <a:latin typeface="Montserrat Bold"/>
                <a:ea typeface="Montserrat Bold"/>
              </a:rPr>
              <a:t>Garswel Roshan A.M.</a:t>
            </a:r>
            <a:endParaRPr/>
          </a:p>
        </p:txBody>
      </p:sp>
      <p:sp>
        <p:nvSpPr>
          <p:cNvPr id="2043036061" name="TextBox 14"/>
          <p:cNvSpPr txBox="1">
            <a:spLocks noChangeShapeType="1" noGrp="1"/>
          </p:cNvSpPr>
          <p:nvPr/>
        </p:nvSpPr>
        <p:spPr bwMode="auto">
          <a:xfrm>
            <a:off x="841375" y="8215312"/>
            <a:ext cx="3859212" cy="285750"/>
          </a:xfrm>
          <a:prstGeom prst="rect">
            <a:avLst/>
          </a:prstGeom>
          <a:noFill/>
        </p:spPr>
        <p:txBody>
          <a:bodyPr lIns="0" tIns="0" rIns="0" bIns="0">
            <a:spAutoFit/>
          </a:bodyPr>
          <a:lstStyle/>
          <a:p>
            <a:pPr lvl="0">
              <a:lnSpc>
                <a:spcPts val="2287"/>
              </a:lnSpc>
              <a:defRPr/>
            </a:pPr>
            <a:r>
              <a:rPr sz="1900">
                <a:solidFill>
                  <a:srgbClr val="FFFFFF"/>
                </a:solidFill>
                <a:latin typeface="Montserrat"/>
                <a:ea typeface="Montserrat"/>
              </a:rPr>
              <a:t>B.Tech – AI &amp; Machine Learning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3954071" name="Freeform 2"/>
          <p:cNvSpPr>
            <a:spLocks noChangeShapeType="1" noGrp="1"/>
          </p:cNvSpPr>
          <p:nvPr/>
        </p:nvSpPr>
        <p:spPr bwMode="auto">
          <a:xfrm>
            <a:off x="0" y="0"/>
            <a:ext cx="18288000" cy="10287000"/>
          </a:xfrm>
          <a:custGeom>
            <a:avLst/>
            <a:gdLst>
              <a:gd name="gd0" fmla="val 65536"/>
              <a:gd name="gd1" fmla="val 0"/>
              <a:gd name="gd2" fmla="val 0"/>
              <a:gd name="gd3" fmla="val 18288000"/>
              <a:gd name="gd4" fmla="val 0"/>
              <a:gd name="gd5" fmla="val 18288000"/>
              <a:gd name="gd6" fmla="val 10287000"/>
              <a:gd name="gd7" fmla="val 0"/>
              <a:gd name="gd8" fmla="val 10287000"/>
              <a:gd name="gd9" fmla="val 0"/>
              <a:gd name="gd10" fmla="val 0"/>
            </a:gdLst>
            <a:ahLst/>
            <a:cxnLst/>
            <a:rect l="0" t="0" r="r" b="b"/>
            <a:pathLst>
              <a:path w="18288000" h="10287000" fill="norm" stroke="1" extrusionOk="0">
                <a:moveTo>
                  <a:pt x="gd1" y="gd2"/>
                </a:moveTo>
                <a:lnTo>
                  <a:pt x="gd3" y="gd4"/>
                </a:lnTo>
                <a:lnTo>
                  <a:pt x="gd5" y="gd6"/>
                </a:lnTo>
                <a:lnTo>
                  <a:pt x="gd7" y="gd8"/>
                </a:lnTo>
                <a:lnTo>
                  <a:pt x="gd9" y="gd10"/>
                </a:lnTo>
                <a:close/>
              </a:path>
            </a:pathLst>
          </a:custGeom>
          <a:blipFill rotWithShape="1">
            <a:blip r:embed="rId3"/>
            <a:stretch/>
          </a:blipFill>
        </p:spPr>
        <p:txBody>
          <a:bodyPr lIns="91440" tIns="45720" rIns="91440" bIns="45720" anchor="t"/>
          <a:lstStyle/>
          <a:p>
            <a:pPr>
              <a:defRPr/>
            </a:pPr>
            <a:endParaRPr sz="1400"/>
          </a:p>
        </p:txBody>
      </p:sp>
      <p:sp>
        <p:nvSpPr>
          <p:cNvPr id="495117150" name="Freeform 3"/>
          <p:cNvSpPr>
            <a:spLocks noChangeShapeType="1" noGrp="1"/>
          </p:cNvSpPr>
          <p:nvPr/>
        </p:nvSpPr>
        <p:spPr bwMode="auto">
          <a:xfrm>
            <a:off x="7829550" y="0"/>
            <a:ext cx="10458450" cy="10287000"/>
          </a:xfrm>
          <a:custGeom>
            <a:avLst/>
            <a:gdLst>
              <a:gd name="gd0" fmla="val 65536"/>
              <a:gd name="gd1" fmla="val 0"/>
              <a:gd name="gd2" fmla="val 0"/>
              <a:gd name="gd3" fmla="val 10458450"/>
              <a:gd name="gd4" fmla="val 0"/>
              <a:gd name="gd5" fmla="val 10458450"/>
              <a:gd name="gd6" fmla="val 10287000"/>
              <a:gd name="gd7" fmla="val 0"/>
              <a:gd name="gd8" fmla="val 10287000"/>
              <a:gd name="gd9" fmla="val 0"/>
              <a:gd name="gd10" fmla="val 0"/>
            </a:gdLst>
            <a:ahLst/>
            <a:cxnLst/>
            <a:rect l="0" t="0" r="r" b="b"/>
            <a:pathLst>
              <a:path w="10458450" h="10287000" fill="norm" stroke="1" extrusionOk="0">
                <a:moveTo>
                  <a:pt x="gd1" y="gd2"/>
                </a:moveTo>
                <a:lnTo>
                  <a:pt x="gd3" y="gd4"/>
                </a:lnTo>
                <a:lnTo>
                  <a:pt x="gd5" y="gd6"/>
                </a:lnTo>
                <a:lnTo>
                  <a:pt x="gd7" y="gd8"/>
                </a:lnTo>
                <a:lnTo>
                  <a:pt x="gd9" y="gd10"/>
                </a:lnTo>
                <a:close/>
              </a:path>
            </a:pathLst>
          </a:custGeom>
          <a:blipFill rotWithShape="1">
            <a:blip r:embed="rId4"/>
            <a:stretch/>
          </a:blipFill>
        </p:spPr>
        <p:txBody>
          <a:bodyPr lIns="91440" tIns="45720" rIns="91440" bIns="45720" anchor="t"/>
          <a:lstStyle/>
          <a:p>
            <a:pPr>
              <a:defRPr/>
            </a:pPr>
            <a:endParaRPr sz="1400"/>
          </a:p>
        </p:txBody>
      </p:sp>
      <p:sp>
        <p:nvSpPr>
          <p:cNvPr id="114822633" name="Freeform 4"/>
          <p:cNvSpPr>
            <a:spLocks noChangeShapeType="1" noGrp="1"/>
          </p:cNvSpPr>
          <p:nvPr/>
        </p:nvSpPr>
        <p:spPr bwMode="auto">
          <a:xfrm>
            <a:off x="7181850" y="0"/>
            <a:ext cx="4800600" cy="10287000"/>
          </a:xfrm>
          <a:custGeom>
            <a:avLst/>
            <a:gdLst>
              <a:gd name="gd0" fmla="val 65536"/>
              <a:gd name="gd1" fmla="val 0"/>
              <a:gd name="gd2" fmla="val 0"/>
              <a:gd name="gd3" fmla="val 4800600"/>
              <a:gd name="gd4" fmla="val 0"/>
              <a:gd name="gd5" fmla="val 4800600"/>
              <a:gd name="gd6" fmla="val 10287000"/>
              <a:gd name="gd7" fmla="val 0"/>
              <a:gd name="gd8" fmla="val 10287000"/>
              <a:gd name="gd9" fmla="val 0"/>
              <a:gd name="gd10" fmla="val 0"/>
            </a:gdLst>
            <a:ahLst/>
            <a:cxnLst/>
            <a:rect l="0" t="0" r="r" b="b"/>
            <a:pathLst>
              <a:path w="4800600" h="10287000" fill="norm" stroke="1" extrusionOk="0">
                <a:moveTo>
                  <a:pt x="gd1" y="gd2"/>
                </a:moveTo>
                <a:lnTo>
                  <a:pt x="gd3" y="gd4"/>
                </a:lnTo>
                <a:lnTo>
                  <a:pt x="gd5" y="gd6"/>
                </a:lnTo>
                <a:lnTo>
                  <a:pt x="gd7" y="gd8"/>
                </a:lnTo>
                <a:lnTo>
                  <a:pt x="gd9" y="gd10"/>
                </a:lnTo>
                <a:close/>
              </a:path>
            </a:pathLst>
          </a:custGeom>
          <a:blipFill rotWithShape="1">
            <a:blip r:embed="rId5"/>
            <a:stretch/>
          </a:blipFill>
        </p:spPr>
        <p:txBody>
          <a:bodyPr lIns="91440" tIns="45720" rIns="91440" bIns="45720" anchor="t"/>
          <a:lstStyle/>
          <a:p>
            <a:pPr>
              <a:defRPr/>
            </a:pPr>
            <a:endParaRPr sz="1400"/>
          </a:p>
        </p:txBody>
      </p:sp>
      <p:sp>
        <p:nvSpPr>
          <p:cNvPr id="2138807170" name="TextBox 5"/>
          <p:cNvSpPr txBox="1">
            <a:spLocks noChangeShapeType="1" noGrp="1"/>
          </p:cNvSpPr>
          <p:nvPr/>
        </p:nvSpPr>
        <p:spPr bwMode="auto">
          <a:xfrm>
            <a:off x="585787" y="1241425"/>
            <a:ext cx="8667750" cy="2114550"/>
          </a:xfrm>
          <a:prstGeom prst="rect">
            <a:avLst/>
          </a:prstGeom>
          <a:noFill/>
        </p:spPr>
        <p:txBody>
          <a:bodyPr lIns="0" tIns="0" rIns="0" bIns="0">
            <a:spAutoFit/>
          </a:bodyPr>
          <a:lstStyle/>
          <a:p>
            <a:pPr lvl="0">
              <a:lnSpc>
                <a:spcPts val="8337"/>
              </a:lnSpc>
              <a:defRPr/>
            </a:pPr>
            <a:r>
              <a:rPr sz="6900" b="1" i="0" u="none">
                <a:solidFill>
                  <a:srgbClr val="FFFFFF"/>
                </a:solidFill>
                <a:latin typeface="Montserrat Bold"/>
                <a:ea typeface="Montserrat Bold"/>
              </a:rPr>
              <a:t>Introduction &amp; Problem Statement</a:t>
            </a:r>
            <a:endParaRPr/>
          </a:p>
        </p:txBody>
      </p:sp>
      <p:sp>
        <p:nvSpPr>
          <p:cNvPr id="216697306" name="TextBox 6"/>
          <p:cNvSpPr txBox="1">
            <a:spLocks noChangeShapeType="1" noGrp="1"/>
          </p:cNvSpPr>
          <p:nvPr/>
        </p:nvSpPr>
        <p:spPr bwMode="auto">
          <a:xfrm>
            <a:off x="585787" y="3611562"/>
            <a:ext cx="6710362" cy="1381125"/>
          </a:xfrm>
          <a:prstGeom prst="rect">
            <a:avLst/>
          </a:prstGeom>
          <a:noFill/>
        </p:spPr>
        <p:txBody>
          <a:bodyPr lIns="0" tIns="0" rIns="0" bIns="0">
            <a:spAutoFit/>
          </a:bodyPr>
          <a:lstStyle/>
          <a:p>
            <a:pPr lvl="0">
              <a:lnSpc>
                <a:spcPts val="3737"/>
              </a:lnSpc>
              <a:defRPr/>
            </a:pPr>
            <a:r>
              <a:rPr sz="2600" b="1" i="0" u="none">
                <a:solidFill>
                  <a:srgbClr val="387DF2"/>
                </a:solidFill>
                <a:latin typeface="DM Sans Bold"/>
                <a:ea typeface="DM Sans Bold"/>
              </a:rPr>
              <a:t>Campushire</a:t>
            </a:r>
            <a:r>
              <a:rPr sz="2600" b="0" i="0" u="none">
                <a:solidFill>
                  <a:srgbClr val="FFFFFF"/>
                </a:solidFill>
                <a:latin typeface="DM Sans"/>
                <a:ea typeface="DM Sans"/>
              </a:rPr>
              <a:t> is a web-based platform that streamlines the placement process and centralizes every student detail.</a:t>
            </a:r>
            <a:endParaRPr/>
          </a:p>
        </p:txBody>
      </p:sp>
      <p:sp>
        <p:nvSpPr>
          <p:cNvPr id="1214278861" name="TextBox 7"/>
          <p:cNvSpPr txBox="1">
            <a:spLocks noChangeShapeType="1" noGrp="1"/>
          </p:cNvSpPr>
          <p:nvPr/>
        </p:nvSpPr>
        <p:spPr bwMode="auto">
          <a:xfrm>
            <a:off x="585787" y="5656262"/>
            <a:ext cx="2633662" cy="398462"/>
          </a:xfrm>
          <a:prstGeom prst="rect">
            <a:avLst/>
          </a:prstGeom>
          <a:noFill/>
        </p:spPr>
        <p:txBody>
          <a:bodyPr lIns="0" tIns="0" rIns="0" bIns="0">
            <a:spAutoFit/>
          </a:bodyPr>
          <a:lstStyle/>
          <a:p>
            <a:pPr lvl="0">
              <a:lnSpc>
                <a:spcPts val="3275"/>
              </a:lnSpc>
              <a:defRPr/>
            </a:pPr>
            <a:r>
              <a:rPr sz="2300" b="1" i="0" u="none">
                <a:solidFill>
                  <a:srgbClr val="387DF2"/>
                </a:solidFill>
                <a:latin typeface="Montserrat Bold"/>
                <a:ea typeface="Montserrat Bold"/>
              </a:rPr>
              <a:t>THE CHALLENGE</a:t>
            </a:r>
            <a:endParaRPr/>
          </a:p>
        </p:txBody>
      </p:sp>
      <p:sp>
        <p:nvSpPr>
          <p:cNvPr id="2041282443" name="TextBox 8"/>
          <p:cNvSpPr txBox="1">
            <a:spLocks noChangeShapeType="1" noGrp="1"/>
          </p:cNvSpPr>
          <p:nvPr/>
        </p:nvSpPr>
        <p:spPr bwMode="auto">
          <a:xfrm>
            <a:off x="585787" y="6338886"/>
            <a:ext cx="5083175" cy="2571750"/>
          </a:xfrm>
          <a:prstGeom prst="rect">
            <a:avLst/>
          </a:prstGeom>
          <a:noFill/>
        </p:spPr>
        <p:txBody>
          <a:bodyPr lIns="0" tIns="0" rIns="0" bIns="0">
            <a:spAutoFit/>
          </a:bodyPr>
          <a:lstStyle/>
          <a:p>
            <a:pPr lvl="0">
              <a:lnSpc>
                <a:spcPts val="4125"/>
              </a:lnSpc>
              <a:defRPr/>
            </a:pPr>
            <a:r>
              <a:rPr sz="2000">
                <a:solidFill>
                  <a:srgbClr val="FFFFFF"/>
                </a:solidFill>
                <a:latin typeface="DM Sans"/>
                <a:ea typeface="DM Sans"/>
              </a:rPr>
              <a:t>Manual placement data management</a:t>
            </a:r>
            <a:endParaRPr/>
          </a:p>
          <a:p>
            <a:pPr lvl="0">
              <a:lnSpc>
                <a:spcPts val="4125"/>
              </a:lnSpc>
              <a:defRPr/>
            </a:pPr>
            <a:r>
              <a:rPr sz="2000">
                <a:solidFill>
                  <a:srgbClr val="FFFFFF"/>
                </a:solidFill>
                <a:latin typeface="DM Sans"/>
                <a:ea typeface="DM Sans"/>
              </a:rPr>
              <a:t>Scattered student information</a:t>
            </a:r>
            <a:endParaRPr/>
          </a:p>
          <a:p>
            <a:pPr lvl="0">
              <a:lnSpc>
                <a:spcPts val="4125"/>
              </a:lnSpc>
              <a:defRPr/>
            </a:pPr>
            <a:r>
              <a:rPr sz="2000">
                <a:solidFill>
                  <a:srgbClr val="FFFFFF"/>
                </a:solidFill>
                <a:latin typeface="DM Sans"/>
                <a:ea typeface="DM Sans"/>
              </a:rPr>
              <a:t>Outdated and hard-to-maintain resumes</a:t>
            </a:r>
            <a:endParaRPr/>
          </a:p>
          <a:p>
            <a:pPr lvl="0">
              <a:lnSpc>
                <a:spcPts val="4125"/>
              </a:lnSpc>
              <a:defRPr/>
            </a:pPr>
            <a:r>
              <a:rPr sz="2000">
                <a:solidFill>
                  <a:srgbClr val="FFFFFF"/>
                </a:solidFill>
                <a:latin typeface="DM Sans"/>
                <a:ea typeface="DM Sans"/>
              </a:rPr>
              <a:t>Lack of personalized placement guidance</a:t>
            </a:r>
            <a:endParaRPr/>
          </a:p>
          <a:p>
            <a:pPr lvl="0">
              <a:lnSpc>
                <a:spcPts val="4125"/>
              </a:lnSpc>
              <a:defRPr/>
            </a:pPr>
            <a:r>
              <a:rPr sz="2000">
                <a:solidFill>
                  <a:srgbClr val="FFFFFF"/>
                </a:solidFill>
                <a:latin typeface="DM Sans"/>
                <a:ea typeface="DM Sans"/>
              </a:rPr>
              <a:t>Time-consuming candidate shortlisting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622426" name="Freeform 2"/>
          <p:cNvSpPr>
            <a:spLocks noChangeShapeType="1" noGrp="1"/>
          </p:cNvSpPr>
          <p:nvPr/>
        </p:nvSpPr>
        <p:spPr bwMode="auto">
          <a:xfrm>
            <a:off x="0" y="0"/>
            <a:ext cx="18288000" cy="10287000"/>
          </a:xfrm>
          <a:custGeom>
            <a:avLst/>
            <a:gdLst>
              <a:gd name="gd0" fmla="val 65536"/>
              <a:gd name="gd1" fmla="val 0"/>
              <a:gd name="gd2" fmla="val 0"/>
              <a:gd name="gd3" fmla="val 18288000"/>
              <a:gd name="gd4" fmla="val 0"/>
              <a:gd name="gd5" fmla="val 18288000"/>
              <a:gd name="gd6" fmla="val 10287000"/>
              <a:gd name="gd7" fmla="val 0"/>
              <a:gd name="gd8" fmla="val 10287000"/>
              <a:gd name="gd9" fmla="val 0"/>
              <a:gd name="gd10" fmla="val 0"/>
            </a:gdLst>
            <a:ahLst/>
            <a:cxnLst/>
            <a:rect l="0" t="0" r="r" b="b"/>
            <a:pathLst>
              <a:path w="18288000" h="10287000" fill="norm" stroke="1" extrusionOk="0">
                <a:moveTo>
                  <a:pt x="gd1" y="gd2"/>
                </a:moveTo>
                <a:lnTo>
                  <a:pt x="gd3" y="gd4"/>
                </a:lnTo>
                <a:lnTo>
                  <a:pt x="gd5" y="gd6"/>
                </a:lnTo>
                <a:lnTo>
                  <a:pt x="gd7" y="gd8"/>
                </a:lnTo>
                <a:lnTo>
                  <a:pt x="gd9" y="gd10"/>
                </a:lnTo>
                <a:close/>
              </a:path>
            </a:pathLst>
          </a:custGeom>
          <a:blipFill rotWithShape="1">
            <a:blip r:embed="rId3"/>
            <a:stretch/>
          </a:blipFill>
        </p:spPr>
        <p:txBody>
          <a:bodyPr lIns="91440" tIns="45720" rIns="91440" bIns="45720" anchor="t"/>
          <a:lstStyle/>
          <a:p>
            <a:pPr>
              <a:defRPr/>
            </a:pPr>
            <a:endParaRPr sz="1400"/>
          </a:p>
        </p:txBody>
      </p:sp>
      <p:sp>
        <p:nvSpPr>
          <p:cNvPr id="940858603" name="Freeform 3"/>
          <p:cNvSpPr>
            <a:spLocks noChangeShapeType="1" noGrp="1"/>
          </p:cNvSpPr>
          <p:nvPr/>
        </p:nvSpPr>
        <p:spPr bwMode="auto">
          <a:xfrm>
            <a:off x="8267700" y="638175"/>
            <a:ext cx="10020299" cy="9648825"/>
          </a:xfrm>
          <a:custGeom>
            <a:avLst/>
            <a:gdLst>
              <a:gd name="gd0" fmla="val 65536"/>
              <a:gd name="gd1" fmla="val 0"/>
              <a:gd name="gd2" fmla="val 0"/>
              <a:gd name="gd3" fmla="val 10020300"/>
              <a:gd name="gd4" fmla="val 0"/>
              <a:gd name="gd5" fmla="val 10020300"/>
              <a:gd name="gd6" fmla="val 9648825"/>
              <a:gd name="gd7" fmla="val 0"/>
              <a:gd name="gd8" fmla="val 9648825"/>
              <a:gd name="gd9" fmla="val 0"/>
              <a:gd name="gd10" fmla="val 0"/>
            </a:gdLst>
            <a:ahLst/>
            <a:cxnLst/>
            <a:rect l="0" t="0" r="r" b="b"/>
            <a:pathLst>
              <a:path w="10020300" h="9648825" fill="norm" stroke="1" extrusionOk="0">
                <a:moveTo>
                  <a:pt x="gd1" y="gd2"/>
                </a:moveTo>
                <a:lnTo>
                  <a:pt x="gd3" y="gd4"/>
                </a:lnTo>
                <a:lnTo>
                  <a:pt x="gd5" y="gd6"/>
                </a:lnTo>
                <a:lnTo>
                  <a:pt x="gd7" y="gd8"/>
                </a:lnTo>
                <a:lnTo>
                  <a:pt x="gd9" y="gd10"/>
                </a:lnTo>
                <a:close/>
              </a:path>
            </a:pathLst>
          </a:custGeom>
          <a:blipFill rotWithShape="1">
            <a:blip r:embed="rId4"/>
            <a:stretch/>
          </a:blipFill>
        </p:spPr>
        <p:txBody>
          <a:bodyPr lIns="91440" tIns="45720" rIns="91440" bIns="45720" anchor="t"/>
          <a:lstStyle/>
          <a:p>
            <a:pPr>
              <a:defRPr/>
            </a:pPr>
            <a:endParaRPr sz="1400"/>
          </a:p>
        </p:txBody>
      </p:sp>
      <p:sp>
        <p:nvSpPr>
          <p:cNvPr id="443571364" name="TextBox 4"/>
          <p:cNvSpPr txBox="1">
            <a:spLocks noChangeShapeType="1" noGrp="1"/>
          </p:cNvSpPr>
          <p:nvPr/>
        </p:nvSpPr>
        <p:spPr bwMode="auto">
          <a:xfrm>
            <a:off x="658812" y="1287462"/>
            <a:ext cx="5503862" cy="1095375"/>
          </a:xfrm>
          <a:prstGeom prst="rect">
            <a:avLst/>
          </a:prstGeom>
          <a:noFill/>
        </p:spPr>
        <p:txBody>
          <a:bodyPr lIns="0" tIns="0" rIns="0" bIns="0">
            <a:spAutoFit/>
          </a:bodyPr>
          <a:lstStyle/>
          <a:p>
            <a:pPr lvl="0">
              <a:lnSpc>
                <a:spcPts val="8225"/>
              </a:lnSpc>
              <a:defRPr/>
            </a:pPr>
            <a:r>
              <a:rPr sz="8200" b="1" i="0" u="none">
                <a:solidFill>
                  <a:srgbClr val="FFFFFF"/>
                </a:solidFill>
                <a:latin typeface="Montserrat Bold"/>
                <a:ea typeface="Montserrat Bold"/>
              </a:rPr>
              <a:t>Objectives</a:t>
            </a:r>
            <a:endParaRPr/>
          </a:p>
        </p:txBody>
      </p:sp>
      <p:sp>
        <p:nvSpPr>
          <p:cNvPr id="2041994494" name="Freeform 5"/>
          <p:cNvSpPr>
            <a:spLocks noChangeShapeType="1" noGrp="1"/>
          </p:cNvSpPr>
          <p:nvPr/>
        </p:nvSpPr>
        <p:spPr bwMode="auto">
          <a:xfrm>
            <a:off x="647700" y="2571750"/>
            <a:ext cx="6972300" cy="219074"/>
          </a:xfrm>
          <a:custGeom>
            <a:avLst/>
            <a:gdLst>
              <a:gd name="gd0" fmla="val 65536"/>
              <a:gd name="gd1" fmla="val 0"/>
              <a:gd name="gd2" fmla="val 0"/>
              <a:gd name="gd3" fmla="val 6972300"/>
              <a:gd name="gd4" fmla="val 0"/>
              <a:gd name="gd5" fmla="val 6972300"/>
              <a:gd name="gd6" fmla="val 219075"/>
              <a:gd name="gd7" fmla="val 0"/>
              <a:gd name="gd8" fmla="val 219075"/>
              <a:gd name="gd9" fmla="val 0"/>
              <a:gd name="gd10" fmla="val 0"/>
            </a:gdLst>
            <a:ahLst/>
            <a:cxnLst/>
            <a:rect l="0" t="0" r="r" b="b"/>
            <a:pathLst>
              <a:path w="6972300" h="219075" fill="norm" stroke="1" extrusionOk="0">
                <a:moveTo>
                  <a:pt x="gd1" y="gd2"/>
                </a:moveTo>
                <a:lnTo>
                  <a:pt x="gd3" y="gd4"/>
                </a:lnTo>
                <a:lnTo>
                  <a:pt x="gd5" y="gd6"/>
                </a:lnTo>
                <a:lnTo>
                  <a:pt x="gd7" y="gd8"/>
                </a:lnTo>
                <a:lnTo>
                  <a:pt x="gd9" y="gd10"/>
                </a:lnTo>
                <a:close/>
              </a:path>
            </a:pathLst>
          </a:custGeom>
          <a:blipFill rotWithShape="1">
            <a:blip r:embed="rId5"/>
            <a:stretch/>
          </a:blipFill>
        </p:spPr>
        <p:txBody>
          <a:bodyPr lIns="91440" tIns="45720" rIns="91440" bIns="45720" anchor="t"/>
          <a:lstStyle/>
          <a:p>
            <a:pPr>
              <a:defRPr/>
            </a:pPr>
            <a:endParaRPr sz="1400"/>
          </a:p>
        </p:txBody>
      </p:sp>
      <p:sp>
        <p:nvSpPr>
          <p:cNvPr id="682236324" name="TextBox 6"/>
          <p:cNvSpPr txBox="1">
            <a:spLocks noChangeShapeType="1" noGrp="1"/>
          </p:cNvSpPr>
          <p:nvPr/>
        </p:nvSpPr>
        <p:spPr bwMode="auto">
          <a:xfrm>
            <a:off x="658812" y="3355975"/>
            <a:ext cx="5229225" cy="1028700"/>
          </a:xfrm>
          <a:prstGeom prst="rect">
            <a:avLst/>
          </a:prstGeom>
          <a:noFill/>
        </p:spPr>
        <p:txBody>
          <a:bodyPr lIns="0" tIns="0" rIns="0" bIns="0">
            <a:spAutoFit/>
          </a:bodyPr>
          <a:lstStyle/>
          <a:p>
            <a:pPr lvl="0">
              <a:lnSpc>
                <a:spcPts val="4150"/>
              </a:lnSpc>
              <a:defRPr/>
            </a:pPr>
            <a:r>
              <a:rPr sz="2900">
                <a:solidFill>
                  <a:srgbClr val="FFFFFF"/>
                </a:solidFill>
                <a:latin typeface="DM Sans"/>
                <a:ea typeface="DM Sans"/>
              </a:rPr>
              <a:t>Build a centralized placement management platform</a:t>
            </a:r>
            <a:endParaRPr/>
          </a:p>
        </p:txBody>
      </p:sp>
      <p:sp>
        <p:nvSpPr>
          <p:cNvPr id="1340784649" name="TextBox 7"/>
          <p:cNvSpPr txBox="1">
            <a:spLocks noChangeShapeType="1" noGrp="1"/>
          </p:cNvSpPr>
          <p:nvPr/>
        </p:nvSpPr>
        <p:spPr bwMode="auto">
          <a:xfrm>
            <a:off x="658812" y="4718050"/>
            <a:ext cx="6143625" cy="506412"/>
          </a:xfrm>
          <a:prstGeom prst="rect">
            <a:avLst/>
          </a:prstGeom>
          <a:noFill/>
        </p:spPr>
        <p:txBody>
          <a:bodyPr lIns="0" tIns="0" rIns="0" bIns="0">
            <a:spAutoFit/>
          </a:bodyPr>
          <a:lstStyle/>
          <a:p>
            <a:pPr lvl="0">
              <a:lnSpc>
                <a:spcPts val="4150"/>
              </a:lnSpc>
              <a:defRPr/>
            </a:pPr>
            <a:r>
              <a:rPr sz="2900">
                <a:solidFill>
                  <a:srgbClr val="FFFFFF"/>
                </a:solidFill>
                <a:latin typeface="DM Sans"/>
                <a:ea typeface="DM Sans"/>
              </a:rPr>
              <a:t>Maintain complete student profiles</a:t>
            </a:r>
            <a:endParaRPr/>
          </a:p>
        </p:txBody>
      </p:sp>
      <p:sp>
        <p:nvSpPr>
          <p:cNvPr id="1759193411" name="TextBox 8"/>
          <p:cNvSpPr txBox="1">
            <a:spLocks noChangeShapeType="1" noGrp="1"/>
          </p:cNvSpPr>
          <p:nvPr/>
        </p:nvSpPr>
        <p:spPr bwMode="auto">
          <a:xfrm>
            <a:off x="658812" y="5535612"/>
            <a:ext cx="6510337" cy="1030287"/>
          </a:xfrm>
          <a:prstGeom prst="rect">
            <a:avLst/>
          </a:prstGeom>
          <a:noFill/>
        </p:spPr>
        <p:txBody>
          <a:bodyPr lIns="0" tIns="0" rIns="0" bIns="0">
            <a:spAutoFit/>
          </a:bodyPr>
          <a:lstStyle/>
          <a:p>
            <a:pPr lvl="0">
              <a:lnSpc>
                <a:spcPts val="4150"/>
              </a:lnSpc>
              <a:defRPr/>
            </a:pPr>
            <a:r>
              <a:rPr sz="2900">
                <a:solidFill>
                  <a:srgbClr val="FFFFFF"/>
                </a:solidFill>
                <a:latin typeface="DM Sans"/>
                <a:ea typeface="DM Sans"/>
              </a:rPr>
              <a:t>Manage skills, projects, certifications and resumes</a:t>
            </a:r>
            <a:endParaRPr/>
          </a:p>
        </p:txBody>
      </p:sp>
      <p:sp>
        <p:nvSpPr>
          <p:cNvPr id="1468402646" name="TextBox 9"/>
          <p:cNvSpPr txBox="1">
            <a:spLocks noChangeShapeType="1" noGrp="1"/>
          </p:cNvSpPr>
          <p:nvPr/>
        </p:nvSpPr>
        <p:spPr bwMode="auto">
          <a:xfrm>
            <a:off x="658812" y="6904037"/>
            <a:ext cx="5595937" cy="1030287"/>
          </a:xfrm>
          <a:prstGeom prst="rect">
            <a:avLst/>
          </a:prstGeom>
          <a:noFill/>
        </p:spPr>
        <p:txBody>
          <a:bodyPr lIns="0" tIns="0" rIns="0" bIns="0">
            <a:spAutoFit/>
          </a:bodyPr>
          <a:lstStyle/>
          <a:p>
            <a:pPr lvl="0">
              <a:lnSpc>
                <a:spcPts val="4150"/>
              </a:lnSpc>
              <a:defRPr/>
            </a:pPr>
            <a:r>
              <a:rPr sz="2900">
                <a:solidFill>
                  <a:srgbClr val="FFFFFF"/>
                </a:solidFill>
                <a:latin typeface="DM Sans"/>
                <a:ea typeface="DM Sans"/>
              </a:rPr>
              <a:t>Leverage AI to analyze resumes and identify skill gaps</a:t>
            </a:r>
            <a:endParaRPr/>
          </a:p>
        </p:txBody>
      </p:sp>
      <p:sp>
        <p:nvSpPr>
          <p:cNvPr id="1017659390" name="TextBox 10"/>
          <p:cNvSpPr txBox="1">
            <a:spLocks noChangeShapeType="1" noGrp="1"/>
          </p:cNvSpPr>
          <p:nvPr/>
        </p:nvSpPr>
        <p:spPr bwMode="auto">
          <a:xfrm>
            <a:off x="658812" y="8242300"/>
            <a:ext cx="6143625" cy="1028700"/>
          </a:xfrm>
          <a:prstGeom prst="rect">
            <a:avLst/>
          </a:prstGeom>
          <a:noFill/>
        </p:spPr>
        <p:txBody>
          <a:bodyPr lIns="0" tIns="0" rIns="0" bIns="0">
            <a:spAutoFit/>
          </a:bodyPr>
          <a:lstStyle/>
          <a:p>
            <a:pPr lvl="0">
              <a:lnSpc>
                <a:spcPts val="4150"/>
              </a:lnSpc>
              <a:defRPr/>
            </a:pPr>
            <a:r>
              <a:rPr sz="2900">
                <a:solidFill>
                  <a:srgbClr val="FFFFFF"/>
                </a:solidFill>
                <a:latin typeface="DM Sans"/>
                <a:ea typeface="DM Sans"/>
              </a:rPr>
              <a:t>Enhance placement readiness and streamline recruitment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3449628" name="Freeform 2"/>
          <p:cNvSpPr>
            <a:spLocks noChangeShapeType="1" noGrp="1"/>
          </p:cNvSpPr>
          <p:nvPr/>
        </p:nvSpPr>
        <p:spPr bwMode="auto">
          <a:xfrm>
            <a:off x="0" y="0"/>
            <a:ext cx="18288000" cy="10287000"/>
          </a:xfrm>
          <a:custGeom>
            <a:avLst/>
            <a:gdLst>
              <a:gd name="gd0" fmla="val 65536"/>
              <a:gd name="gd1" fmla="val 0"/>
              <a:gd name="gd2" fmla="val 0"/>
              <a:gd name="gd3" fmla="val 18288000"/>
              <a:gd name="gd4" fmla="val 0"/>
              <a:gd name="gd5" fmla="val 18288000"/>
              <a:gd name="gd6" fmla="val 10287000"/>
              <a:gd name="gd7" fmla="val 0"/>
              <a:gd name="gd8" fmla="val 10287000"/>
              <a:gd name="gd9" fmla="val 0"/>
              <a:gd name="gd10" fmla="val 0"/>
            </a:gdLst>
            <a:ahLst/>
            <a:cxnLst/>
            <a:rect l="0" t="0" r="r" b="b"/>
            <a:pathLst>
              <a:path w="18288000" h="10287000" fill="norm" stroke="1" extrusionOk="0">
                <a:moveTo>
                  <a:pt x="gd1" y="gd2"/>
                </a:moveTo>
                <a:lnTo>
                  <a:pt x="gd3" y="gd4"/>
                </a:lnTo>
                <a:lnTo>
                  <a:pt x="gd5" y="gd6"/>
                </a:lnTo>
                <a:lnTo>
                  <a:pt x="gd7" y="gd8"/>
                </a:lnTo>
                <a:lnTo>
                  <a:pt x="gd9" y="gd10"/>
                </a:lnTo>
                <a:close/>
              </a:path>
            </a:pathLst>
          </a:custGeom>
          <a:blipFill rotWithShape="1">
            <a:blip r:embed="rId3"/>
            <a:stretch/>
          </a:blipFill>
        </p:spPr>
        <p:txBody>
          <a:bodyPr lIns="91440" tIns="45720" rIns="91440" bIns="45720" anchor="t"/>
          <a:lstStyle/>
          <a:p>
            <a:pPr>
              <a:defRPr/>
            </a:pPr>
            <a:endParaRPr sz="1400"/>
          </a:p>
        </p:txBody>
      </p:sp>
      <p:sp>
        <p:nvSpPr>
          <p:cNvPr id="1182724421" name="Freeform 3"/>
          <p:cNvSpPr>
            <a:spLocks noChangeShapeType="1" noGrp="1"/>
          </p:cNvSpPr>
          <p:nvPr/>
        </p:nvSpPr>
        <p:spPr bwMode="auto">
          <a:xfrm>
            <a:off x="6524625" y="1924050"/>
            <a:ext cx="11553825" cy="8362950"/>
          </a:xfrm>
          <a:custGeom>
            <a:avLst/>
            <a:gdLst>
              <a:gd name="gd0" fmla="val 65536"/>
              <a:gd name="gd1" fmla="val 0"/>
              <a:gd name="gd2" fmla="val 0"/>
              <a:gd name="gd3" fmla="val 11553825"/>
              <a:gd name="gd4" fmla="val 0"/>
              <a:gd name="gd5" fmla="val 11553825"/>
              <a:gd name="gd6" fmla="val 8362950"/>
              <a:gd name="gd7" fmla="val 0"/>
              <a:gd name="gd8" fmla="val 8362950"/>
              <a:gd name="gd9" fmla="val 0"/>
              <a:gd name="gd10" fmla="val 0"/>
            </a:gdLst>
            <a:ahLst/>
            <a:cxnLst/>
            <a:rect l="0" t="0" r="r" b="b"/>
            <a:pathLst>
              <a:path w="11553825" h="8362950" fill="norm" stroke="1" extrusionOk="0">
                <a:moveTo>
                  <a:pt x="gd1" y="gd2"/>
                </a:moveTo>
                <a:lnTo>
                  <a:pt x="gd3" y="gd4"/>
                </a:lnTo>
                <a:lnTo>
                  <a:pt x="gd5" y="gd6"/>
                </a:lnTo>
                <a:lnTo>
                  <a:pt x="gd7" y="gd8"/>
                </a:lnTo>
                <a:lnTo>
                  <a:pt x="gd9" y="gd10"/>
                </a:lnTo>
                <a:close/>
              </a:path>
            </a:pathLst>
          </a:custGeom>
          <a:blipFill rotWithShape="1">
            <a:blip r:embed="rId4"/>
            <a:stretch/>
          </a:blipFill>
        </p:spPr>
        <p:txBody>
          <a:bodyPr lIns="91440" tIns="45720" rIns="91440" bIns="45720" anchor="t"/>
          <a:lstStyle/>
          <a:p>
            <a:pPr>
              <a:defRPr/>
            </a:pPr>
            <a:endParaRPr sz="1400"/>
          </a:p>
        </p:txBody>
      </p:sp>
      <p:sp>
        <p:nvSpPr>
          <p:cNvPr id="516058919" name="TextBox 4"/>
          <p:cNvSpPr txBox="1">
            <a:spLocks noChangeShapeType="1" noGrp="1"/>
          </p:cNvSpPr>
          <p:nvPr/>
        </p:nvSpPr>
        <p:spPr bwMode="auto">
          <a:xfrm>
            <a:off x="695325" y="1255712"/>
            <a:ext cx="6345237" cy="1152525"/>
          </a:xfrm>
          <a:prstGeom prst="rect">
            <a:avLst/>
          </a:prstGeom>
          <a:noFill/>
        </p:spPr>
        <p:txBody>
          <a:bodyPr lIns="0" tIns="0" rIns="0" bIns="0">
            <a:spAutoFit/>
          </a:bodyPr>
          <a:lstStyle/>
          <a:p>
            <a:pPr lvl="0">
              <a:lnSpc>
                <a:spcPts val="9025"/>
              </a:lnSpc>
              <a:defRPr/>
            </a:pPr>
            <a:r>
              <a:rPr sz="7500" b="1" i="0" u="none">
                <a:solidFill>
                  <a:srgbClr val="FFFFFF"/>
                </a:solidFill>
                <a:latin typeface="Montserrat Bold"/>
                <a:ea typeface="Montserrat Bold"/>
              </a:rPr>
              <a:t>Key Features</a:t>
            </a:r>
            <a:endParaRPr/>
          </a:p>
        </p:txBody>
      </p:sp>
      <p:sp>
        <p:nvSpPr>
          <p:cNvPr id="2041682848" name="TextBox 5"/>
          <p:cNvSpPr txBox="1">
            <a:spLocks noChangeShapeType="1" noGrp="1"/>
          </p:cNvSpPr>
          <p:nvPr/>
        </p:nvSpPr>
        <p:spPr bwMode="auto">
          <a:xfrm>
            <a:off x="695325" y="2590800"/>
            <a:ext cx="7369175" cy="1109662"/>
          </a:xfrm>
          <a:prstGeom prst="rect">
            <a:avLst/>
          </a:prstGeom>
          <a:noFill/>
        </p:spPr>
        <p:txBody>
          <a:bodyPr lIns="0" tIns="0" rIns="0" bIns="0">
            <a:spAutoFit/>
          </a:bodyPr>
          <a:lstStyle/>
          <a:p>
            <a:pPr lvl="0">
              <a:lnSpc>
                <a:spcPts val="4487"/>
              </a:lnSpc>
              <a:defRPr/>
            </a:pPr>
            <a:r>
              <a:rPr sz="3200" b="1" i="0" u="none">
                <a:solidFill>
                  <a:srgbClr val="FFFFFF"/>
                </a:solidFill>
                <a:latin typeface="DM Sans Bold"/>
                <a:ea typeface="DM Sans Bold"/>
              </a:rPr>
              <a:t>Everything </a:t>
            </a:r>
            <a:r>
              <a:rPr sz="3200" b="1" i="0" u="none">
                <a:solidFill>
                  <a:srgbClr val="2279F8"/>
                </a:solidFill>
                <a:latin typeface="DM Sans Bold"/>
                <a:ea typeface="DM Sans Bold"/>
              </a:rPr>
              <a:t>students</a:t>
            </a:r>
            <a:r>
              <a:rPr sz="3200" b="1" i="0" u="none">
                <a:solidFill>
                  <a:srgbClr val="FFFFFF"/>
                </a:solidFill>
                <a:latin typeface="DM Sans Bold"/>
                <a:ea typeface="DM Sans Bold"/>
              </a:rPr>
              <a:t> need to showcase, improve, and get placed.</a:t>
            </a:r>
            <a:endParaRPr/>
          </a:p>
        </p:txBody>
      </p:sp>
      <p:sp>
        <p:nvSpPr>
          <p:cNvPr id="1826400369" name="Freeform 6"/>
          <p:cNvSpPr>
            <a:spLocks noChangeShapeType="1" noGrp="1"/>
          </p:cNvSpPr>
          <p:nvPr/>
        </p:nvSpPr>
        <p:spPr bwMode="auto">
          <a:xfrm>
            <a:off x="647700" y="4286250"/>
            <a:ext cx="4143375" cy="219074"/>
          </a:xfrm>
          <a:custGeom>
            <a:avLst/>
            <a:gdLst>
              <a:gd name="gd0" fmla="val 65536"/>
              <a:gd name="gd1" fmla="val 0"/>
              <a:gd name="gd2" fmla="val 0"/>
              <a:gd name="gd3" fmla="val 4143375"/>
              <a:gd name="gd4" fmla="val 0"/>
              <a:gd name="gd5" fmla="val 4143375"/>
              <a:gd name="gd6" fmla="val 219075"/>
              <a:gd name="gd7" fmla="val 0"/>
              <a:gd name="gd8" fmla="val 219075"/>
              <a:gd name="gd9" fmla="val 0"/>
              <a:gd name="gd10" fmla="val 0"/>
            </a:gdLst>
            <a:ahLst/>
            <a:cxnLst/>
            <a:rect l="0" t="0" r="r" b="b"/>
            <a:pathLst>
              <a:path w="4143375" h="219075" fill="norm" stroke="1" extrusionOk="0">
                <a:moveTo>
                  <a:pt x="gd1" y="gd2"/>
                </a:moveTo>
                <a:lnTo>
                  <a:pt x="gd3" y="gd4"/>
                </a:lnTo>
                <a:lnTo>
                  <a:pt x="gd5" y="gd6"/>
                </a:lnTo>
                <a:lnTo>
                  <a:pt x="gd7" y="gd8"/>
                </a:lnTo>
                <a:lnTo>
                  <a:pt x="gd9" y="gd10"/>
                </a:lnTo>
                <a:close/>
              </a:path>
            </a:pathLst>
          </a:custGeom>
          <a:blipFill rotWithShape="1">
            <a:blip r:embed="rId5"/>
            <a:stretch/>
          </a:blipFill>
        </p:spPr>
        <p:txBody>
          <a:bodyPr lIns="91440" tIns="45720" rIns="91440" bIns="45720" anchor="t"/>
          <a:lstStyle/>
          <a:p>
            <a:pPr>
              <a:defRPr/>
            </a:pPr>
            <a:endParaRPr sz="1400"/>
          </a:p>
        </p:txBody>
      </p:sp>
      <p:sp>
        <p:nvSpPr>
          <p:cNvPr id="1400744186" name="TextBox 7"/>
          <p:cNvSpPr txBox="1">
            <a:spLocks noChangeShapeType="1" noGrp="1"/>
          </p:cNvSpPr>
          <p:nvPr/>
        </p:nvSpPr>
        <p:spPr bwMode="auto">
          <a:xfrm>
            <a:off x="695325" y="4791075"/>
            <a:ext cx="2614612" cy="314325"/>
          </a:xfrm>
          <a:prstGeom prst="rect">
            <a:avLst/>
          </a:prstGeom>
          <a:noFill/>
        </p:spPr>
        <p:txBody>
          <a:bodyPr lIns="0" tIns="0" rIns="0" bIns="0">
            <a:spAutoFit/>
          </a:bodyPr>
          <a:lstStyle/>
          <a:p>
            <a:pPr lvl="0">
              <a:lnSpc>
                <a:spcPts val="2512"/>
              </a:lnSpc>
              <a:defRPr/>
            </a:pPr>
            <a:r>
              <a:rPr sz="2000" b="1" i="0" u="none">
                <a:solidFill>
                  <a:srgbClr val="2279F8"/>
                </a:solidFill>
                <a:latin typeface="Montserrat Bold"/>
                <a:ea typeface="Montserrat Bold"/>
              </a:rPr>
              <a:t>STUDENT PROFILE</a:t>
            </a:r>
            <a:endParaRPr/>
          </a:p>
        </p:txBody>
      </p:sp>
      <p:sp>
        <p:nvSpPr>
          <p:cNvPr id="294018168" name="TextBox 8"/>
          <p:cNvSpPr txBox="1">
            <a:spLocks noChangeShapeType="1" noGrp="1"/>
          </p:cNvSpPr>
          <p:nvPr/>
        </p:nvSpPr>
        <p:spPr bwMode="auto">
          <a:xfrm>
            <a:off x="695325" y="5281612"/>
            <a:ext cx="3949700" cy="3284537"/>
          </a:xfrm>
          <a:prstGeom prst="rect">
            <a:avLst/>
          </a:prstGeom>
          <a:noFill/>
        </p:spPr>
        <p:txBody>
          <a:bodyPr lIns="0" tIns="0" rIns="0" bIns="0">
            <a:spAutoFit/>
          </a:bodyPr>
          <a:lstStyle/>
          <a:p>
            <a:pPr lvl="0">
              <a:lnSpc>
                <a:spcPts val="3775"/>
              </a:lnSpc>
              <a:defRPr/>
            </a:pPr>
            <a:r>
              <a:rPr>
                <a:solidFill>
                  <a:srgbClr val="FFFFFF"/>
                </a:solidFill>
                <a:latin typeface="Montserrat"/>
                <a:ea typeface="Montserrat"/>
              </a:rPr>
              <a:t>Complete and up-to-date profiles</a:t>
            </a:r>
            <a:endParaRPr/>
          </a:p>
          <a:p>
            <a:pPr lvl="0">
              <a:lnSpc>
                <a:spcPts val="3775"/>
              </a:lnSpc>
              <a:defRPr/>
            </a:pPr>
            <a:r>
              <a:rPr>
                <a:solidFill>
                  <a:srgbClr val="FFFFFF"/>
                </a:solidFill>
                <a:latin typeface="Montserrat"/>
                <a:ea typeface="Montserrat"/>
              </a:rPr>
              <a:t>Skills and proficiency insights</a:t>
            </a:r>
            <a:endParaRPr/>
          </a:p>
          <a:p>
            <a:pPr lvl="0">
              <a:lnSpc>
                <a:spcPts val="3775"/>
              </a:lnSpc>
              <a:defRPr/>
            </a:pPr>
            <a:r>
              <a:rPr>
                <a:solidFill>
                  <a:srgbClr val="FFFFFF"/>
                </a:solidFill>
                <a:latin typeface="Montserrat"/>
                <a:ea typeface="Montserrat"/>
              </a:rPr>
              <a:t>Projects and academic work</a:t>
            </a:r>
            <a:endParaRPr/>
          </a:p>
          <a:p>
            <a:pPr lvl="0">
              <a:lnSpc>
                <a:spcPts val="3775"/>
              </a:lnSpc>
              <a:defRPr/>
            </a:pPr>
            <a:r>
              <a:rPr>
                <a:solidFill>
                  <a:srgbClr val="FFFFFF"/>
                </a:solidFill>
                <a:latin typeface="Montserrat"/>
                <a:ea typeface="Montserrat"/>
              </a:rPr>
              <a:t>Certifications and achievements</a:t>
            </a:r>
            <a:endParaRPr/>
          </a:p>
          <a:p>
            <a:pPr lvl="0">
              <a:lnSpc>
                <a:spcPts val="3775"/>
              </a:lnSpc>
              <a:defRPr/>
            </a:pPr>
            <a:r>
              <a:rPr>
                <a:solidFill>
                  <a:srgbClr val="FFFFFF"/>
                </a:solidFill>
                <a:latin typeface="Montserrat"/>
                <a:ea typeface="Montserrat"/>
              </a:rPr>
              <a:t>GitHub and LinkedIn integration</a:t>
            </a:r>
            <a:endParaRPr/>
          </a:p>
          <a:p>
            <a:pPr lvl="0">
              <a:lnSpc>
                <a:spcPts val="3775"/>
              </a:lnSpc>
              <a:defRPr/>
            </a:pPr>
            <a:r>
              <a:rPr>
                <a:solidFill>
                  <a:srgbClr val="FFFFFF"/>
                </a:solidFill>
                <a:latin typeface="Montserrat"/>
                <a:ea typeface="Montserrat"/>
              </a:rPr>
              <a:t>Portfolio that stands out</a:t>
            </a:r>
            <a:endParaRPr/>
          </a:p>
        </p:txBody>
      </p:sp>
      <p:sp>
        <p:nvSpPr>
          <p:cNvPr id="984331304" name="Freeform 9"/>
          <p:cNvSpPr>
            <a:spLocks noChangeShapeType="1" noGrp="1"/>
          </p:cNvSpPr>
          <p:nvPr/>
        </p:nvSpPr>
        <p:spPr bwMode="auto">
          <a:xfrm>
            <a:off x="5000625" y="4286250"/>
            <a:ext cx="228600" cy="4505325"/>
          </a:xfrm>
          <a:custGeom>
            <a:avLst/>
            <a:gdLst>
              <a:gd name="gd0" fmla="val 65536"/>
              <a:gd name="gd1" fmla="val 0"/>
              <a:gd name="gd2" fmla="val 0"/>
              <a:gd name="gd3" fmla="val 228600"/>
              <a:gd name="gd4" fmla="val 0"/>
              <a:gd name="gd5" fmla="val 228600"/>
              <a:gd name="gd6" fmla="val 4505325"/>
              <a:gd name="gd7" fmla="val 0"/>
              <a:gd name="gd8" fmla="val 4505325"/>
              <a:gd name="gd9" fmla="val 0"/>
              <a:gd name="gd10" fmla="val 0"/>
            </a:gdLst>
            <a:ahLst/>
            <a:cxnLst/>
            <a:rect l="0" t="0" r="r" b="b"/>
            <a:pathLst>
              <a:path w="228600" h="4505325" fill="norm" stroke="1" extrusionOk="0">
                <a:moveTo>
                  <a:pt x="gd1" y="gd2"/>
                </a:moveTo>
                <a:lnTo>
                  <a:pt x="gd3" y="gd4"/>
                </a:lnTo>
                <a:lnTo>
                  <a:pt x="gd5" y="gd6"/>
                </a:lnTo>
                <a:lnTo>
                  <a:pt x="gd7" y="gd8"/>
                </a:lnTo>
                <a:lnTo>
                  <a:pt x="gd9" y="gd10"/>
                </a:lnTo>
                <a:close/>
              </a:path>
            </a:pathLst>
          </a:custGeom>
          <a:blipFill rotWithShape="1">
            <a:blip r:embed="rId6"/>
            <a:stretch/>
          </a:blipFill>
        </p:spPr>
        <p:txBody>
          <a:bodyPr lIns="91440" tIns="45720" rIns="91440" bIns="45720" anchor="t"/>
          <a:lstStyle/>
          <a:p>
            <a:pPr>
              <a:defRPr/>
            </a:pPr>
            <a:endParaRPr sz="1400"/>
          </a:p>
        </p:txBody>
      </p:sp>
      <p:sp>
        <p:nvSpPr>
          <p:cNvPr id="2001178598" name="TextBox 10"/>
          <p:cNvSpPr txBox="1">
            <a:spLocks noChangeShapeType="1" noGrp="1"/>
          </p:cNvSpPr>
          <p:nvPr/>
        </p:nvSpPr>
        <p:spPr bwMode="auto">
          <a:xfrm>
            <a:off x="5688012" y="4800600"/>
            <a:ext cx="3309937" cy="304800"/>
          </a:xfrm>
          <a:prstGeom prst="rect">
            <a:avLst/>
          </a:prstGeom>
          <a:noFill/>
        </p:spPr>
        <p:txBody>
          <a:bodyPr lIns="0" tIns="0" rIns="0" bIns="0">
            <a:spAutoFit/>
          </a:bodyPr>
          <a:lstStyle/>
          <a:p>
            <a:pPr lvl="0">
              <a:lnSpc>
                <a:spcPts val="2487"/>
              </a:lnSpc>
              <a:defRPr/>
            </a:pPr>
            <a:r>
              <a:rPr sz="2000" b="1" i="0" u="none">
                <a:solidFill>
                  <a:srgbClr val="2279F8"/>
                </a:solidFill>
                <a:latin typeface="Montserrat Bold"/>
                <a:ea typeface="Montserrat Bold"/>
              </a:rPr>
              <a:t>RESUME MANAGEMENT</a:t>
            </a:r>
            <a:endParaRPr/>
          </a:p>
        </p:txBody>
      </p:sp>
      <p:sp>
        <p:nvSpPr>
          <p:cNvPr id="1622001539" name="TextBox 11"/>
          <p:cNvSpPr txBox="1">
            <a:spLocks noChangeShapeType="1" noGrp="1"/>
          </p:cNvSpPr>
          <p:nvPr/>
        </p:nvSpPr>
        <p:spPr bwMode="auto">
          <a:xfrm>
            <a:off x="5688012" y="5241925"/>
            <a:ext cx="3730625" cy="2808287"/>
          </a:xfrm>
          <a:prstGeom prst="rect">
            <a:avLst/>
          </a:prstGeom>
          <a:noFill/>
        </p:spPr>
        <p:txBody>
          <a:bodyPr lIns="0" tIns="0" rIns="0" bIns="0">
            <a:spAutoFit/>
          </a:bodyPr>
          <a:lstStyle/>
          <a:p>
            <a:pPr lvl="0">
              <a:lnSpc>
                <a:spcPts val="3775"/>
              </a:lnSpc>
              <a:defRPr/>
            </a:pPr>
            <a:r>
              <a:rPr>
                <a:solidFill>
                  <a:srgbClr val="FFFFFF"/>
                </a:solidFill>
                <a:latin typeface="Montserrat"/>
                <a:ea typeface="Montserrat"/>
              </a:rPr>
              <a:t>Upload and manage resumes</a:t>
            </a:r>
            <a:endParaRPr/>
          </a:p>
          <a:p>
            <a:pPr lvl="0">
              <a:lnSpc>
                <a:spcPts val="3775"/>
              </a:lnSpc>
              <a:defRPr/>
            </a:pPr>
            <a:r>
              <a:rPr>
                <a:solidFill>
                  <a:srgbClr val="FFFFFF"/>
                </a:solidFill>
                <a:latin typeface="Montserrat"/>
                <a:ea typeface="Montserrat"/>
              </a:rPr>
              <a:t>AI-powered resume analysis</a:t>
            </a:r>
            <a:endParaRPr/>
          </a:p>
          <a:p>
            <a:pPr lvl="0">
              <a:lnSpc>
                <a:spcPts val="3775"/>
              </a:lnSpc>
              <a:defRPr/>
            </a:pPr>
            <a:r>
              <a:rPr>
                <a:solidFill>
                  <a:srgbClr val="FFFFFF"/>
                </a:solidFill>
                <a:latin typeface="Montserrat"/>
                <a:ea typeface="Montserrat"/>
              </a:rPr>
              <a:t>ATS compatibility score</a:t>
            </a:r>
            <a:endParaRPr/>
          </a:p>
          <a:p>
            <a:pPr lvl="0">
              <a:lnSpc>
                <a:spcPts val="3775"/>
              </a:lnSpc>
              <a:defRPr/>
            </a:pPr>
            <a:r>
              <a:rPr>
                <a:solidFill>
                  <a:srgbClr val="FFFFFF"/>
                </a:solidFill>
                <a:latin typeface="Montserrat"/>
                <a:ea typeface="Montserrat"/>
              </a:rPr>
              <a:t>Missing skills identification</a:t>
            </a:r>
            <a:endParaRPr/>
          </a:p>
          <a:p>
            <a:pPr lvl="0">
              <a:lnSpc>
                <a:spcPts val="3775"/>
              </a:lnSpc>
              <a:defRPr/>
            </a:pPr>
            <a:r>
              <a:rPr>
                <a:solidFill>
                  <a:srgbClr val="FFFFFF"/>
                </a:solidFill>
                <a:latin typeface="Montserrat"/>
                <a:ea typeface="Montserrat"/>
              </a:rPr>
              <a:t>Personalized improvement tips</a:t>
            </a:r>
            <a:endParaRPr/>
          </a:p>
        </p:txBody>
      </p:sp>
      <p:sp>
        <p:nvSpPr>
          <p:cNvPr id="934215599" name="Freeform 12"/>
          <p:cNvSpPr>
            <a:spLocks noChangeShapeType="1" noGrp="1"/>
          </p:cNvSpPr>
          <p:nvPr/>
        </p:nvSpPr>
        <p:spPr bwMode="auto">
          <a:xfrm>
            <a:off x="5657850" y="4286250"/>
            <a:ext cx="4143375" cy="219074"/>
          </a:xfrm>
          <a:custGeom>
            <a:avLst/>
            <a:gdLst>
              <a:gd name="gd0" fmla="val 65536"/>
              <a:gd name="gd1" fmla="val 0"/>
              <a:gd name="gd2" fmla="val 0"/>
              <a:gd name="gd3" fmla="val 4143375"/>
              <a:gd name="gd4" fmla="val 0"/>
              <a:gd name="gd5" fmla="val 4143375"/>
              <a:gd name="gd6" fmla="val 219075"/>
              <a:gd name="gd7" fmla="val 0"/>
              <a:gd name="gd8" fmla="val 219075"/>
              <a:gd name="gd9" fmla="val 0"/>
              <a:gd name="gd10" fmla="val 0"/>
            </a:gdLst>
            <a:ahLst/>
            <a:cxnLst/>
            <a:rect l="0" t="0" r="r" b="b"/>
            <a:pathLst>
              <a:path w="4143375" h="219075" fill="norm" stroke="1" extrusionOk="0">
                <a:moveTo>
                  <a:pt x="gd1" y="gd2"/>
                </a:moveTo>
                <a:lnTo>
                  <a:pt x="gd3" y="gd4"/>
                </a:lnTo>
                <a:lnTo>
                  <a:pt x="gd5" y="gd6"/>
                </a:lnTo>
                <a:lnTo>
                  <a:pt x="gd7" y="gd8"/>
                </a:lnTo>
                <a:lnTo>
                  <a:pt x="gd9" y="gd10"/>
                </a:lnTo>
                <a:close/>
              </a:path>
            </a:pathLst>
          </a:custGeom>
          <a:blipFill rotWithShape="1">
            <a:blip r:embed="rId7"/>
            <a:stretch/>
          </a:blipFill>
        </p:spPr>
        <p:txBody>
          <a:bodyPr lIns="91440" tIns="45720" rIns="91440" bIns="45720" anchor="t"/>
          <a:lstStyle/>
          <a:p>
            <a:pPr>
              <a:defRPr/>
            </a:pPr>
            <a:endParaRPr sz="1400"/>
          </a:p>
        </p:txBody>
      </p:sp>
      <p:sp>
        <p:nvSpPr>
          <p:cNvPr id="1279252765" name="TextBox 13"/>
          <p:cNvSpPr txBox="1">
            <a:spLocks noChangeShapeType="1" noGrp="1"/>
          </p:cNvSpPr>
          <p:nvPr/>
        </p:nvSpPr>
        <p:spPr bwMode="auto">
          <a:xfrm>
            <a:off x="11356975" y="2852737"/>
            <a:ext cx="877887" cy="190500"/>
          </a:xfrm>
          <a:prstGeom prst="rect">
            <a:avLst/>
          </a:prstGeom>
          <a:noFill/>
        </p:spPr>
        <p:txBody>
          <a:bodyPr lIns="0" tIns="0" rIns="0" bIns="0">
            <a:spAutoFit/>
          </a:bodyPr>
          <a:lstStyle/>
          <a:p>
            <a:pPr lvl="0">
              <a:lnSpc>
                <a:spcPts val="1549"/>
              </a:lnSpc>
              <a:defRPr/>
            </a:pPr>
            <a:r>
              <a:rPr sz="1200" b="1" i="0" u="none">
                <a:solidFill>
                  <a:srgbClr val="FFFFFF"/>
                </a:solidFill>
                <a:latin typeface="Montserrat Bold"/>
                <a:ea typeface="Montserrat Bold"/>
              </a:rPr>
              <a:t>My Profile</a:t>
            </a:r>
            <a:endParaRPr/>
          </a:p>
        </p:txBody>
      </p:sp>
      <p:sp>
        <p:nvSpPr>
          <p:cNvPr id="642123727" name="TextBox 14"/>
          <p:cNvSpPr txBox="1">
            <a:spLocks noChangeShapeType="1" noGrp="1"/>
          </p:cNvSpPr>
          <p:nvPr/>
        </p:nvSpPr>
        <p:spPr bwMode="auto">
          <a:xfrm>
            <a:off x="11612562" y="3784600"/>
            <a:ext cx="420687" cy="228600"/>
          </a:xfrm>
          <a:prstGeom prst="rect">
            <a:avLst/>
          </a:prstGeom>
          <a:noFill/>
        </p:spPr>
        <p:txBody>
          <a:bodyPr lIns="0" tIns="0" rIns="0" bIns="0">
            <a:spAutoFit/>
          </a:bodyPr>
          <a:lstStyle/>
          <a:p>
            <a:pPr lvl="0" algn="ctr">
              <a:lnSpc>
                <a:spcPts val="1862"/>
              </a:lnSpc>
              <a:defRPr/>
            </a:pPr>
            <a:r>
              <a:rPr sz="1500" b="1" i="0" u="none">
                <a:solidFill>
                  <a:srgbClr val="FFFFFF"/>
                </a:solidFill>
                <a:latin typeface="Montserrat Bold"/>
                <a:ea typeface="Montserrat Bold"/>
              </a:rPr>
              <a:t>85%</a:t>
            </a:r>
            <a:endParaRPr/>
          </a:p>
        </p:txBody>
      </p:sp>
      <p:sp>
        <p:nvSpPr>
          <p:cNvPr id="811111529" name="TextBox 15"/>
          <p:cNvSpPr txBox="1">
            <a:spLocks noChangeShapeType="1" noGrp="1"/>
          </p:cNvSpPr>
          <p:nvPr/>
        </p:nvSpPr>
        <p:spPr bwMode="auto">
          <a:xfrm>
            <a:off x="12509500" y="3744912"/>
            <a:ext cx="987425" cy="114300"/>
          </a:xfrm>
          <a:prstGeom prst="rect">
            <a:avLst/>
          </a:prstGeom>
          <a:noFill/>
        </p:spPr>
        <p:txBody>
          <a:bodyPr lIns="0" tIns="0" rIns="0" bIns="0">
            <a:spAutoFit/>
          </a:bodyPr>
          <a:lstStyle/>
          <a:p>
            <a:pPr lvl="0">
              <a:lnSpc>
                <a:spcPts val="850"/>
              </a:lnSpc>
              <a:defRPr/>
            </a:pPr>
            <a:r>
              <a:rPr sz="700">
                <a:solidFill>
                  <a:srgbClr val="FFFFFF"/>
                </a:solidFill>
                <a:latin typeface="Montserrat"/>
                <a:ea typeface="Montserrat"/>
              </a:rPr>
              <a:t>Profile Completeness</a:t>
            </a:r>
            <a:endParaRPr/>
          </a:p>
        </p:txBody>
      </p:sp>
      <p:sp>
        <p:nvSpPr>
          <p:cNvPr id="2090981956" name="TextBox 16"/>
          <p:cNvSpPr txBox="1">
            <a:spLocks noChangeShapeType="1" noGrp="1"/>
          </p:cNvSpPr>
          <p:nvPr/>
        </p:nvSpPr>
        <p:spPr bwMode="auto">
          <a:xfrm>
            <a:off x="14484350" y="3744912"/>
            <a:ext cx="931862" cy="123825"/>
          </a:xfrm>
          <a:prstGeom prst="rect">
            <a:avLst/>
          </a:prstGeom>
          <a:noFill/>
        </p:spPr>
        <p:txBody>
          <a:bodyPr lIns="0" tIns="0" rIns="0" bIns="0">
            <a:spAutoFit/>
          </a:bodyPr>
          <a:lstStyle/>
          <a:p>
            <a:pPr lvl="0">
              <a:lnSpc>
                <a:spcPts val="987"/>
              </a:lnSpc>
              <a:defRPr/>
            </a:pPr>
            <a:r>
              <a:rPr sz="800">
                <a:solidFill>
                  <a:srgbClr val="FFFFFF"/>
                </a:solidFill>
                <a:latin typeface="Montserrat"/>
                <a:ea typeface="Montserrat"/>
              </a:rPr>
              <a:t>Campus Connect</a:t>
            </a:r>
            <a:endParaRPr/>
          </a:p>
        </p:txBody>
      </p:sp>
      <p:sp>
        <p:nvSpPr>
          <p:cNvPr id="183706823" name="TextBox 17"/>
          <p:cNvSpPr txBox="1">
            <a:spLocks noChangeShapeType="1" noGrp="1"/>
          </p:cNvSpPr>
          <p:nvPr/>
        </p:nvSpPr>
        <p:spPr bwMode="auto">
          <a:xfrm>
            <a:off x="14484350" y="4211637"/>
            <a:ext cx="1060450" cy="114300"/>
          </a:xfrm>
          <a:prstGeom prst="rect">
            <a:avLst/>
          </a:prstGeom>
          <a:noFill/>
        </p:spPr>
        <p:txBody>
          <a:bodyPr lIns="0" tIns="0" rIns="0" bIns="0">
            <a:spAutoFit/>
          </a:bodyPr>
          <a:lstStyle/>
          <a:p>
            <a:pPr lvl="0">
              <a:lnSpc>
                <a:spcPts val="950"/>
              </a:lnSpc>
              <a:defRPr/>
            </a:pPr>
            <a:r>
              <a:rPr sz="700">
                <a:solidFill>
                  <a:srgbClr val="FFFFFF"/>
                </a:solidFill>
                <a:latin typeface="Montserrat"/>
                <a:ea typeface="Montserrat"/>
              </a:rPr>
              <a:t>Placement Predictor</a:t>
            </a:r>
            <a:endParaRPr/>
          </a:p>
        </p:txBody>
      </p:sp>
      <p:sp>
        <p:nvSpPr>
          <p:cNvPr id="1012549729" name="TextBox 18"/>
          <p:cNvSpPr txBox="1">
            <a:spLocks noChangeShapeType="1" noGrp="1"/>
          </p:cNvSpPr>
          <p:nvPr/>
        </p:nvSpPr>
        <p:spPr bwMode="auto">
          <a:xfrm>
            <a:off x="14484350" y="3390900"/>
            <a:ext cx="511175" cy="142875"/>
          </a:xfrm>
          <a:prstGeom prst="rect">
            <a:avLst/>
          </a:prstGeom>
          <a:noFill/>
        </p:spPr>
        <p:txBody>
          <a:bodyPr lIns="0" tIns="0" rIns="0" bIns="0">
            <a:spAutoFit/>
          </a:bodyPr>
          <a:lstStyle/>
          <a:p>
            <a:pPr lvl="0">
              <a:lnSpc>
                <a:spcPts val="1175"/>
              </a:lnSpc>
              <a:defRPr/>
            </a:pPr>
            <a:r>
              <a:rPr sz="900">
                <a:solidFill>
                  <a:srgbClr val="FFFFFF"/>
                </a:solidFill>
                <a:latin typeface="Montserrat"/>
                <a:ea typeface="Montserrat"/>
              </a:rPr>
              <a:t>Projects</a:t>
            </a:r>
            <a:endParaRPr/>
          </a:p>
        </p:txBody>
      </p:sp>
      <p:sp>
        <p:nvSpPr>
          <p:cNvPr id="1116596432" name="TextBox 19"/>
          <p:cNvSpPr txBox="1">
            <a:spLocks noChangeShapeType="1" noGrp="1"/>
          </p:cNvSpPr>
          <p:nvPr/>
        </p:nvSpPr>
        <p:spPr bwMode="auto">
          <a:xfrm>
            <a:off x="14301787" y="4881562"/>
            <a:ext cx="822325" cy="142875"/>
          </a:xfrm>
          <a:prstGeom prst="rect">
            <a:avLst/>
          </a:prstGeom>
          <a:noFill/>
        </p:spPr>
        <p:txBody>
          <a:bodyPr lIns="0" tIns="0" rIns="0" bIns="0">
            <a:spAutoFit/>
          </a:bodyPr>
          <a:lstStyle/>
          <a:p>
            <a:pPr lvl="0">
              <a:lnSpc>
                <a:spcPts val="1175"/>
              </a:lnSpc>
              <a:defRPr/>
            </a:pPr>
            <a:r>
              <a:rPr sz="900">
                <a:solidFill>
                  <a:srgbClr val="FFFFFF"/>
                </a:solidFill>
                <a:latin typeface="Montserrat"/>
                <a:ea typeface="Montserrat"/>
              </a:rPr>
              <a:t>Certifications</a:t>
            </a:r>
            <a:endParaRPr/>
          </a:p>
        </p:txBody>
      </p:sp>
      <p:sp>
        <p:nvSpPr>
          <p:cNvPr id="504842750" name="TextBox 20"/>
          <p:cNvSpPr txBox="1">
            <a:spLocks noChangeShapeType="1" noGrp="1"/>
          </p:cNvSpPr>
          <p:nvPr/>
        </p:nvSpPr>
        <p:spPr bwMode="auto">
          <a:xfrm>
            <a:off x="14301787" y="5235575"/>
            <a:ext cx="1352550" cy="123825"/>
          </a:xfrm>
          <a:prstGeom prst="rect">
            <a:avLst/>
          </a:prstGeom>
          <a:noFill/>
        </p:spPr>
        <p:txBody>
          <a:bodyPr lIns="0" tIns="0" rIns="0" bIns="0">
            <a:spAutoFit/>
          </a:bodyPr>
          <a:lstStyle/>
          <a:p>
            <a:pPr lvl="0">
              <a:lnSpc>
                <a:spcPts val="1025"/>
              </a:lnSpc>
              <a:defRPr/>
            </a:pPr>
            <a:r>
              <a:rPr sz="800">
                <a:solidFill>
                  <a:srgbClr val="FFFFFF"/>
                </a:solidFill>
                <a:latin typeface="Montserrat"/>
                <a:ea typeface="Montserrat"/>
              </a:rPr>
              <a:t>AWS Certified Developer</a:t>
            </a:r>
            <a:endParaRPr/>
          </a:p>
        </p:txBody>
      </p:sp>
      <p:sp>
        <p:nvSpPr>
          <p:cNvPr id="325401885" name="TextBox 21"/>
          <p:cNvSpPr txBox="1">
            <a:spLocks noChangeShapeType="1" noGrp="1"/>
          </p:cNvSpPr>
          <p:nvPr/>
        </p:nvSpPr>
        <p:spPr bwMode="auto">
          <a:xfrm>
            <a:off x="14301787" y="5595937"/>
            <a:ext cx="1206500" cy="123825"/>
          </a:xfrm>
          <a:prstGeom prst="rect">
            <a:avLst/>
          </a:prstGeom>
          <a:noFill/>
        </p:spPr>
        <p:txBody>
          <a:bodyPr lIns="0" tIns="0" rIns="0" bIns="0">
            <a:spAutoFit/>
          </a:bodyPr>
          <a:lstStyle/>
          <a:p>
            <a:pPr lvl="0">
              <a:lnSpc>
                <a:spcPts val="1025"/>
              </a:lnSpc>
              <a:defRPr/>
            </a:pPr>
            <a:r>
              <a:rPr sz="800">
                <a:solidFill>
                  <a:srgbClr val="FFFFFF"/>
                </a:solidFill>
                <a:latin typeface="Montserrat"/>
                <a:ea typeface="Montserrat"/>
              </a:rPr>
              <a:t>Google Data Analytics</a:t>
            </a:r>
            <a:endParaRPr/>
          </a:p>
        </p:txBody>
      </p:sp>
      <p:sp>
        <p:nvSpPr>
          <p:cNvPr id="1525347742" name="TextBox 22"/>
          <p:cNvSpPr txBox="1">
            <a:spLocks noChangeShapeType="1" noGrp="1"/>
          </p:cNvSpPr>
          <p:nvPr/>
        </p:nvSpPr>
        <p:spPr bwMode="auto">
          <a:xfrm>
            <a:off x="14154150" y="6205537"/>
            <a:ext cx="933450" cy="161925"/>
          </a:xfrm>
          <a:prstGeom prst="rect">
            <a:avLst/>
          </a:prstGeom>
          <a:noFill/>
        </p:spPr>
        <p:txBody>
          <a:bodyPr lIns="0" tIns="0" rIns="0" bIns="0">
            <a:spAutoFit/>
          </a:bodyPr>
          <a:lstStyle/>
          <a:p>
            <a:pPr lvl="0">
              <a:lnSpc>
                <a:spcPts val="1212"/>
              </a:lnSpc>
              <a:defRPr/>
            </a:pPr>
            <a:r>
              <a:rPr sz="1000">
                <a:solidFill>
                  <a:srgbClr val="FFFFFF"/>
                </a:solidFill>
                <a:latin typeface="Montserrat"/>
                <a:ea typeface="Montserrat"/>
              </a:rPr>
              <a:t>Resume Score</a:t>
            </a:r>
            <a:endParaRPr/>
          </a:p>
        </p:txBody>
      </p:sp>
      <p:sp>
        <p:nvSpPr>
          <p:cNvPr id="469175726" name="TextBox 23"/>
          <p:cNvSpPr txBox="1">
            <a:spLocks noChangeShapeType="1" noGrp="1"/>
          </p:cNvSpPr>
          <p:nvPr/>
        </p:nvSpPr>
        <p:spPr bwMode="auto">
          <a:xfrm>
            <a:off x="14154150" y="7072312"/>
            <a:ext cx="896937" cy="123825"/>
          </a:xfrm>
          <a:prstGeom prst="rect">
            <a:avLst/>
          </a:prstGeom>
          <a:noFill/>
        </p:spPr>
        <p:txBody>
          <a:bodyPr lIns="0" tIns="0" rIns="0" bIns="0">
            <a:spAutoFit/>
          </a:bodyPr>
          <a:lstStyle/>
          <a:p>
            <a:pPr lvl="0">
              <a:lnSpc>
                <a:spcPts val="925"/>
              </a:lnSpc>
              <a:defRPr/>
            </a:pPr>
            <a:r>
              <a:rPr sz="700">
                <a:solidFill>
                  <a:srgbClr val="FFFFFF"/>
                </a:solidFill>
                <a:latin typeface="Montserrat"/>
                <a:ea typeface="Montserrat"/>
              </a:rPr>
              <a:t>ATS Competibility</a:t>
            </a:r>
            <a:endParaRPr/>
          </a:p>
        </p:txBody>
      </p:sp>
      <p:sp>
        <p:nvSpPr>
          <p:cNvPr id="1887315127" name="TextBox 24"/>
          <p:cNvSpPr txBox="1">
            <a:spLocks noChangeShapeType="1" noGrp="1"/>
          </p:cNvSpPr>
          <p:nvPr/>
        </p:nvSpPr>
        <p:spPr bwMode="auto">
          <a:xfrm>
            <a:off x="14154150" y="6470650"/>
            <a:ext cx="495300" cy="495300"/>
          </a:xfrm>
          <a:prstGeom prst="rect">
            <a:avLst/>
          </a:prstGeom>
          <a:noFill/>
        </p:spPr>
        <p:txBody>
          <a:bodyPr lIns="0" tIns="0" rIns="0" bIns="0">
            <a:spAutoFit/>
          </a:bodyPr>
          <a:lstStyle/>
          <a:p>
            <a:pPr lvl="0">
              <a:lnSpc>
                <a:spcPts val="3850"/>
              </a:lnSpc>
              <a:defRPr/>
            </a:pPr>
            <a:r>
              <a:rPr sz="3200" b="1" i="0" u="none">
                <a:solidFill>
                  <a:srgbClr val="FFFFFF"/>
                </a:solidFill>
                <a:latin typeface="DM Sans Bold"/>
                <a:ea typeface="DM Sans Bold"/>
              </a:rPr>
              <a:t>92</a:t>
            </a:r>
            <a:endParaRPr/>
          </a:p>
        </p:txBody>
      </p:sp>
      <p:sp>
        <p:nvSpPr>
          <p:cNvPr id="635150244" name="TextBox 25"/>
          <p:cNvSpPr txBox="1">
            <a:spLocks noChangeShapeType="1" noGrp="1"/>
          </p:cNvSpPr>
          <p:nvPr/>
        </p:nvSpPr>
        <p:spPr bwMode="auto">
          <a:xfrm>
            <a:off x="14666912" y="6750050"/>
            <a:ext cx="384175" cy="171450"/>
          </a:xfrm>
          <a:prstGeom prst="rect">
            <a:avLst/>
          </a:prstGeom>
          <a:noFill/>
        </p:spPr>
        <p:txBody>
          <a:bodyPr lIns="0" tIns="0" rIns="0" bIns="0">
            <a:spAutoFit/>
          </a:bodyPr>
          <a:lstStyle/>
          <a:p>
            <a:pPr lvl="0">
              <a:lnSpc>
                <a:spcPts val="1400"/>
              </a:lnSpc>
              <a:defRPr/>
            </a:pPr>
            <a:r>
              <a:rPr sz="1100">
                <a:solidFill>
                  <a:srgbClr val="FFFFFF"/>
                </a:solidFill>
                <a:latin typeface="Montserrat"/>
                <a:ea typeface="Montserrat"/>
              </a:rPr>
              <a:t>/100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216142" name="Freeform 2"/>
          <p:cNvSpPr>
            <a:spLocks noChangeShapeType="1" noGrp="1"/>
          </p:cNvSpPr>
          <p:nvPr/>
        </p:nvSpPr>
        <p:spPr bwMode="auto">
          <a:xfrm>
            <a:off x="0" y="0"/>
            <a:ext cx="18288000" cy="10287000"/>
          </a:xfrm>
          <a:custGeom>
            <a:avLst/>
            <a:gdLst>
              <a:gd name="gd0" fmla="val 65536"/>
              <a:gd name="gd1" fmla="val 0"/>
              <a:gd name="gd2" fmla="val 0"/>
              <a:gd name="gd3" fmla="val 18288000"/>
              <a:gd name="gd4" fmla="val 0"/>
              <a:gd name="gd5" fmla="val 18288000"/>
              <a:gd name="gd6" fmla="val 10287000"/>
              <a:gd name="gd7" fmla="val 0"/>
              <a:gd name="gd8" fmla="val 10287000"/>
              <a:gd name="gd9" fmla="val 0"/>
              <a:gd name="gd10" fmla="val 0"/>
            </a:gdLst>
            <a:ahLst/>
            <a:cxnLst/>
            <a:rect l="0" t="0" r="r" b="b"/>
            <a:pathLst>
              <a:path w="18288000" h="10287000" fill="norm" stroke="1" extrusionOk="0">
                <a:moveTo>
                  <a:pt x="gd1" y="gd2"/>
                </a:moveTo>
                <a:lnTo>
                  <a:pt x="gd3" y="gd4"/>
                </a:lnTo>
                <a:lnTo>
                  <a:pt x="gd5" y="gd6"/>
                </a:lnTo>
                <a:lnTo>
                  <a:pt x="gd7" y="gd8"/>
                </a:lnTo>
                <a:lnTo>
                  <a:pt x="gd9" y="gd10"/>
                </a:lnTo>
                <a:close/>
              </a:path>
            </a:pathLst>
          </a:custGeom>
          <a:blipFill rotWithShape="1">
            <a:blip r:embed="rId3"/>
            <a:stretch/>
          </a:blipFill>
        </p:spPr>
        <p:txBody>
          <a:bodyPr lIns="91440" tIns="45720" rIns="91440" bIns="45720" anchor="t"/>
          <a:lstStyle/>
          <a:p>
            <a:pPr>
              <a:defRPr/>
            </a:pPr>
            <a:endParaRPr sz="1400"/>
          </a:p>
        </p:txBody>
      </p:sp>
      <p:sp>
        <p:nvSpPr>
          <p:cNvPr id="1666643589" name="Freeform 3"/>
          <p:cNvSpPr>
            <a:spLocks noChangeShapeType="1" noGrp="1"/>
          </p:cNvSpPr>
          <p:nvPr/>
        </p:nvSpPr>
        <p:spPr bwMode="auto">
          <a:xfrm>
            <a:off x="7829550" y="0"/>
            <a:ext cx="10458450" cy="6858000"/>
          </a:xfrm>
          <a:custGeom>
            <a:avLst/>
            <a:gdLst>
              <a:gd name="gd0" fmla="val 65536"/>
              <a:gd name="gd1" fmla="val 0"/>
              <a:gd name="gd2" fmla="val 0"/>
              <a:gd name="gd3" fmla="val 10458450"/>
              <a:gd name="gd4" fmla="val 0"/>
              <a:gd name="gd5" fmla="val 10458450"/>
              <a:gd name="gd6" fmla="val 6858000"/>
              <a:gd name="gd7" fmla="val 0"/>
              <a:gd name="gd8" fmla="val 6858000"/>
              <a:gd name="gd9" fmla="val 0"/>
              <a:gd name="gd10" fmla="val 0"/>
            </a:gdLst>
            <a:ahLst/>
            <a:cxnLst/>
            <a:rect l="0" t="0" r="r" b="b"/>
            <a:pathLst>
              <a:path w="10458450" h="6858000" fill="norm" stroke="1" extrusionOk="0">
                <a:moveTo>
                  <a:pt x="gd1" y="gd2"/>
                </a:moveTo>
                <a:lnTo>
                  <a:pt x="gd3" y="gd4"/>
                </a:lnTo>
                <a:lnTo>
                  <a:pt x="gd5" y="gd6"/>
                </a:lnTo>
                <a:lnTo>
                  <a:pt x="gd7" y="gd8"/>
                </a:lnTo>
                <a:lnTo>
                  <a:pt x="gd9" y="gd10"/>
                </a:lnTo>
                <a:close/>
              </a:path>
            </a:pathLst>
          </a:custGeom>
          <a:blipFill rotWithShape="1">
            <a:blip r:embed="rId4"/>
            <a:stretch/>
          </a:blipFill>
        </p:spPr>
        <p:txBody>
          <a:bodyPr lIns="91440" tIns="45720" rIns="91440" bIns="45720" anchor="t"/>
          <a:lstStyle/>
          <a:p>
            <a:pPr>
              <a:defRPr/>
            </a:pPr>
            <a:endParaRPr sz="1400"/>
          </a:p>
        </p:txBody>
      </p:sp>
      <p:sp>
        <p:nvSpPr>
          <p:cNvPr id="659540114" name="TextBox 4"/>
          <p:cNvSpPr txBox="1">
            <a:spLocks noChangeShapeType="1" noGrp="1"/>
          </p:cNvSpPr>
          <p:nvPr/>
        </p:nvSpPr>
        <p:spPr bwMode="auto">
          <a:xfrm>
            <a:off x="622300" y="796925"/>
            <a:ext cx="7058025" cy="1924050"/>
          </a:xfrm>
          <a:prstGeom prst="rect">
            <a:avLst/>
          </a:prstGeom>
          <a:noFill/>
        </p:spPr>
        <p:txBody>
          <a:bodyPr lIns="0" tIns="0" rIns="0" bIns="0">
            <a:spAutoFit/>
          </a:bodyPr>
          <a:lstStyle/>
          <a:p>
            <a:pPr lvl="0">
              <a:lnSpc>
                <a:spcPts val="7575"/>
              </a:lnSpc>
              <a:defRPr/>
            </a:pPr>
            <a:r>
              <a:rPr sz="6300" b="1" i="0" u="none">
                <a:solidFill>
                  <a:srgbClr val="FFFFFF"/>
                </a:solidFill>
                <a:latin typeface="Montserrat Bold"/>
                <a:ea typeface="Montserrat Bold"/>
              </a:rPr>
              <a:t>Technology &amp; System Workflow</a:t>
            </a:r>
            <a:endParaRPr/>
          </a:p>
        </p:txBody>
      </p:sp>
      <p:sp>
        <p:nvSpPr>
          <p:cNvPr id="85989284" name="TextBox 5"/>
          <p:cNvSpPr txBox="1">
            <a:spLocks noChangeShapeType="1" noGrp="1"/>
          </p:cNvSpPr>
          <p:nvPr/>
        </p:nvSpPr>
        <p:spPr bwMode="auto">
          <a:xfrm>
            <a:off x="622300" y="3211512"/>
            <a:ext cx="3090862" cy="304800"/>
          </a:xfrm>
          <a:prstGeom prst="rect">
            <a:avLst/>
          </a:prstGeom>
          <a:noFill/>
        </p:spPr>
        <p:txBody>
          <a:bodyPr lIns="0" tIns="0" rIns="0" bIns="0">
            <a:spAutoFit/>
          </a:bodyPr>
          <a:lstStyle/>
          <a:p>
            <a:pPr lvl="0">
              <a:lnSpc>
                <a:spcPts val="2450"/>
              </a:lnSpc>
              <a:defRPr/>
            </a:pPr>
            <a:r>
              <a:rPr sz="2000" b="1" i="0" u="none">
                <a:solidFill>
                  <a:srgbClr val="378FFF"/>
                </a:solidFill>
                <a:latin typeface="Montserrat Bold"/>
                <a:ea typeface="Montserrat Bold"/>
              </a:rPr>
              <a:t>TECHNOLOGY STACK</a:t>
            </a:r>
            <a:endParaRPr/>
          </a:p>
        </p:txBody>
      </p:sp>
      <p:sp>
        <p:nvSpPr>
          <p:cNvPr id="632344014" name="TextBox 6"/>
          <p:cNvSpPr txBox="1">
            <a:spLocks noChangeShapeType="1" noGrp="1"/>
          </p:cNvSpPr>
          <p:nvPr/>
        </p:nvSpPr>
        <p:spPr bwMode="auto">
          <a:xfrm>
            <a:off x="622300" y="3748087"/>
            <a:ext cx="5503862" cy="2592387"/>
          </a:xfrm>
          <a:prstGeom prst="rect">
            <a:avLst/>
          </a:prstGeom>
          <a:noFill/>
        </p:spPr>
        <p:txBody>
          <a:bodyPr lIns="0" tIns="0" rIns="0" bIns="0">
            <a:spAutoFit/>
          </a:bodyPr>
          <a:lstStyle/>
          <a:p>
            <a:pPr lvl="0">
              <a:lnSpc>
                <a:spcPts val="3512"/>
              </a:lnSpc>
              <a:defRPr/>
            </a:pPr>
            <a:r>
              <a:rPr sz="2000">
                <a:solidFill>
                  <a:srgbClr val="FFFFFF"/>
                </a:solidFill>
                <a:latin typeface="Montserrat"/>
                <a:ea typeface="Montserrat"/>
              </a:rPr>
              <a:t>React.js – Frontend</a:t>
            </a:r>
            <a:endParaRPr/>
          </a:p>
          <a:p>
            <a:pPr lvl="0">
              <a:lnSpc>
                <a:spcPts val="3512"/>
              </a:lnSpc>
              <a:defRPr/>
            </a:pPr>
            <a:r>
              <a:rPr sz="2000">
                <a:solidFill>
                  <a:srgbClr val="FFFFFF"/>
                </a:solidFill>
                <a:latin typeface="Montserrat"/>
                <a:ea typeface="Montserrat"/>
              </a:rPr>
              <a:t>JavaScript / TypeScript – Application logic</a:t>
            </a:r>
            <a:endParaRPr/>
          </a:p>
          <a:p>
            <a:pPr lvl="0">
              <a:lnSpc>
                <a:spcPts val="3512"/>
              </a:lnSpc>
              <a:defRPr/>
            </a:pPr>
            <a:r>
              <a:rPr sz="2000">
                <a:solidFill>
                  <a:srgbClr val="FFFFFF"/>
                </a:solidFill>
                <a:latin typeface="Montserrat"/>
                <a:ea typeface="Montserrat"/>
              </a:rPr>
              <a:t>HTML5 – Structure</a:t>
            </a:r>
            <a:endParaRPr/>
          </a:p>
          <a:p>
            <a:pPr lvl="0">
              <a:lnSpc>
                <a:spcPts val="3512"/>
              </a:lnSpc>
              <a:defRPr/>
            </a:pPr>
            <a:r>
              <a:rPr sz="2000">
                <a:solidFill>
                  <a:srgbClr val="FFFFFF"/>
                </a:solidFill>
                <a:latin typeface="Montserrat"/>
                <a:ea typeface="Montserrat"/>
              </a:rPr>
              <a:t>CSS / Tailwind CSS – UI Design</a:t>
            </a:r>
            <a:endParaRPr/>
          </a:p>
          <a:p>
            <a:pPr lvl="0">
              <a:lnSpc>
                <a:spcPts val="3512"/>
              </a:lnSpc>
              <a:defRPr/>
            </a:pPr>
            <a:r>
              <a:rPr sz="2000">
                <a:solidFill>
                  <a:srgbClr val="FFFFFF"/>
                </a:solidFill>
                <a:latin typeface="Montserrat"/>
                <a:ea typeface="Montserrat"/>
              </a:rPr>
              <a:t>AI / NLP – Resume Analysis</a:t>
            </a:r>
            <a:endParaRPr/>
          </a:p>
          <a:p>
            <a:pPr lvl="0">
              <a:lnSpc>
                <a:spcPts val="3512"/>
              </a:lnSpc>
              <a:defRPr/>
            </a:pPr>
            <a:r>
              <a:rPr sz="2000">
                <a:solidFill>
                  <a:srgbClr val="FFFFFF"/>
                </a:solidFill>
                <a:latin typeface="Montserrat"/>
                <a:ea typeface="Montserrat"/>
              </a:rPr>
              <a:t>Netlify – Deployment</a:t>
            </a:r>
            <a:endParaRPr/>
          </a:p>
        </p:txBody>
      </p:sp>
      <p:sp>
        <p:nvSpPr>
          <p:cNvPr id="1897373072" name="TextBox 7"/>
          <p:cNvSpPr txBox="1">
            <a:spLocks noChangeShapeType="1" noGrp="1"/>
          </p:cNvSpPr>
          <p:nvPr/>
        </p:nvSpPr>
        <p:spPr bwMode="auto">
          <a:xfrm>
            <a:off x="622300" y="7131050"/>
            <a:ext cx="3090862" cy="304800"/>
          </a:xfrm>
          <a:prstGeom prst="rect">
            <a:avLst/>
          </a:prstGeom>
          <a:noFill/>
        </p:spPr>
        <p:txBody>
          <a:bodyPr lIns="0" tIns="0" rIns="0" bIns="0">
            <a:spAutoFit/>
          </a:bodyPr>
          <a:lstStyle/>
          <a:p>
            <a:pPr lvl="0">
              <a:lnSpc>
                <a:spcPts val="2450"/>
              </a:lnSpc>
              <a:defRPr/>
            </a:pPr>
            <a:r>
              <a:rPr sz="2000" b="1" i="0" u="none">
                <a:solidFill>
                  <a:srgbClr val="378FFF"/>
                </a:solidFill>
                <a:latin typeface="Montserrat Bold"/>
                <a:ea typeface="Montserrat Bold"/>
              </a:rPr>
              <a:t>SYSTEM WORKFLOW</a:t>
            </a:r>
            <a:endParaRPr/>
          </a:p>
        </p:txBody>
      </p:sp>
      <p:sp>
        <p:nvSpPr>
          <p:cNvPr id="1571546125" name="Freeform 8"/>
          <p:cNvSpPr>
            <a:spLocks noChangeShapeType="1" noGrp="1"/>
          </p:cNvSpPr>
          <p:nvPr/>
        </p:nvSpPr>
        <p:spPr bwMode="auto">
          <a:xfrm>
            <a:off x="428625" y="7496175"/>
            <a:ext cx="2409825" cy="1933575"/>
          </a:xfrm>
          <a:custGeom>
            <a:avLst/>
            <a:gdLst>
              <a:gd name="gd0" fmla="val 65536"/>
              <a:gd name="gd1" fmla="val 0"/>
              <a:gd name="gd2" fmla="val 0"/>
              <a:gd name="gd3" fmla="val 2409825"/>
              <a:gd name="gd4" fmla="val 0"/>
              <a:gd name="gd5" fmla="val 2409825"/>
              <a:gd name="gd6" fmla="val 1933575"/>
              <a:gd name="gd7" fmla="val 0"/>
              <a:gd name="gd8" fmla="val 1933575"/>
              <a:gd name="gd9" fmla="val 0"/>
              <a:gd name="gd10" fmla="val 0"/>
            </a:gdLst>
            <a:ahLst/>
            <a:cxnLst/>
            <a:rect l="0" t="0" r="r" b="b"/>
            <a:pathLst>
              <a:path w="2409825" h="1933575" fill="norm" stroke="1" extrusionOk="0">
                <a:moveTo>
                  <a:pt x="gd1" y="gd2"/>
                </a:moveTo>
                <a:lnTo>
                  <a:pt x="gd3" y="gd4"/>
                </a:lnTo>
                <a:lnTo>
                  <a:pt x="gd5" y="gd6"/>
                </a:lnTo>
                <a:lnTo>
                  <a:pt x="gd7" y="gd8"/>
                </a:lnTo>
                <a:lnTo>
                  <a:pt x="gd9" y="gd10"/>
                </a:lnTo>
                <a:close/>
              </a:path>
            </a:pathLst>
          </a:custGeom>
          <a:blipFill rotWithShape="1">
            <a:blip r:embed="rId5"/>
            <a:stretch/>
          </a:blipFill>
        </p:spPr>
        <p:txBody>
          <a:bodyPr lIns="91440" tIns="45720" rIns="91440" bIns="45720" anchor="t"/>
          <a:lstStyle/>
          <a:p>
            <a:pPr>
              <a:defRPr/>
            </a:pPr>
            <a:endParaRPr sz="1400"/>
          </a:p>
        </p:txBody>
      </p:sp>
      <p:sp>
        <p:nvSpPr>
          <p:cNvPr id="2058495128" name="TextBox 9"/>
          <p:cNvSpPr txBox="1">
            <a:spLocks noChangeShapeType="1" noGrp="1"/>
          </p:cNvSpPr>
          <p:nvPr/>
        </p:nvSpPr>
        <p:spPr bwMode="auto">
          <a:xfrm>
            <a:off x="1079500" y="8347075"/>
            <a:ext cx="1169987" cy="352425"/>
          </a:xfrm>
          <a:prstGeom prst="rect">
            <a:avLst/>
          </a:prstGeom>
          <a:noFill/>
        </p:spPr>
        <p:txBody>
          <a:bodyPr lIns="0" tIns="0" rIns="0" bIns="0">
            <a:spAutoFit/>
          </a:bodyPr>
          <a:lstStyle/>
          <a:p>
            <a:pPr lvl="0" algn="ctr">
              <a:lnSpc>
                <a:spcPts val="2800"/>
              </a:lnSpc>
              <a:defRPr/>
            </a:pPr>
            <a:r>
              <a:rPr sz="2300" b="1" i="0" u="none">
                <a:solidFill>
                  <a:srgbClr val="FFFFFF"/>
                </a:solidFill>
                <a:latin typeface="DM Sans Bold"/>
                <a:ea typeface="DM Sans Bold"/>
              </a:rPr>
              <a:t>Student</a:t>
            </a:r>
            <a:endParaRPr/>
          </a:p>
        </p:txBody>
      </p:sp>
      <p:sp>
        <p:nvSpPr>
          <p:cNvPr id="1622660024" name="Freeform 10"/>
          <p:cNvSpPr>
            <a:spLocks noChangeShapeType="1" noGrp="1"/>
          </p:cNvSpPr>
          <p:nvPr/>
        </p:nvSpPr>
        <p:spPr bwMode="auto">
          <a:xfrm>
            <a:off x="2609850" y="8353425"/>
            <a:ext cx="657225" cy="438149"/>
          </a:xfrm>
          <a:custGeom>
            <a:avLst/>
            <a:gdLst>
              <a:gd name="gd0" fmla="val 65536"/>
              <a:gd name="gd1" fmla="val 0"/>
              <a:gd name="gd2" fmla="val 0"/>
              <a:gd name="gd3" fmla="val 657225"/>
              <a:gd name="gd4" fmla="val 0"/>
              <a:gd name="gd5" fmla="val 657225"/>
              <a:gd name="gd6" fmla="val 438150"/>
              <a:gd name="gd7" fmla="val 0"/>
              <a:gd name="gd8" fmla="val 438150"/>
              <a:gd name="gd9" fmla="val 0"/>
              <a:gd name="gd10" fmla="val 0"/>
            </a:gdLst>
            <a:ahLst/>
            <a:cxnLst/>
            <a:rect l="0" t="0" r="r" b="b"/>
            <a:pathLst>
              <a:path w="657225" h="438150" fill="norm" stroke="1" extrusionOk="0">
                <a:moveTo>
                  <a:pt x="gd1" y="gd2"/>
                </a:moveTo>
                <a:lnTo>
                  <a:pt x="gd3" y="gd4"/>
                </a:lnTo>
                <a:lnTo>
                  <a:pt x="gd5" y="gd6"/>
                </a:lnTo>
                <a:lnTo>
                  <a:pt x="gd7" y="gd8"/>
                </a:lnTo>
                <a:lnTo>
                  <a:pt x="gd9" y="gd10"/>
                </a:lnTo>
                <a:close/>
              </a:path>
            </a:pathLst>
          </a:custGeom>
          <a:blipFill rotWithShape="1">
            <a:blip r:embed="rId6"/>
            <a:stretch/>
          </a:blipFill>
        </p:spPr>
        <p:txBody>
          <a:bodyPr lIns="91440" tIns="45720" rIns="91440" bIns="45720" anchor="t"/>
          <a:lstStyle/>
          <a:p>
            <a:pPr>
              <a:defRPr/>
            </a:pPr>
            <a:endParaRPr sz="1400"/>
          </a:p>
        </p:txBody>
      </p:sp>
      <p:sp>
        <p:nvSpPr>
          <p:cNvPr id="674195645" name="Freeform 11"/>
          <p:cNvSpPr>
            <a:spLocks noChangeShapeType="1" noGrp="1"/>
          </p:cNvSpPr>
          <p:nvPr/>
        </p:nvSpPr>
        <p:spPr bwMode="auto">
          <a:xfrm>
            <a:off x="3048000" y="7496175"/>
            <a:ext cx="2181225" cy="1933575"/>
          </a:xfrm>
          <a:custGeom>
            <a:avLst/>
            <a:gdLst>
              <a:gd name="gd0" fmla="val 65536"/>
              <a:gd name="gd1" fmla="val 0"/>
              <a:gd name="gd2" fmla="val 0"/>
              <a:gd name="gd3" fmla="val 2181225"/>
              <a:gd name="gd4" fmla="val 0"/>
              <a:gd name="gd5" fmla="val 2181225"/>
              <a:gd name="gd6" fmla="val 1933575"/>
              <a:gd name="gd7" fmla="val 0"/>
              <a:gd name="gd8" fmla="val 1933575"/>
              <a:gd name="gd9" fmla="val 0"/>
              <a:gd name="gd10" fmla="val 0"/>
            </a:gdLst>
            <a:ahLst/>
            <a:cxnLst/>
            <a:rect l="0" t="0" r="r" b="b"/>
            <a:pathLst>
              <a:path w="2181225" h="1933575" fill="norm" stroke="1" extrusionOk="0">
                <a:moveTo>
                  <a:pt x="gd1" y="gd2"/>
                </a:moveTo>
                <a:lnTo>
                  <a:pt x="gd3" y="gd4"/>
                </a:lnTo>
                <a:lnTo>
                  <a:pt x="gd5" y="gd6"/>
                </a:lnTo>
                <a:lnTo>
                  <a:pt x="gd7" y="gd8"/>
                </a:lnTo>
                <a:lnTo>
                  <a:pt x="gd9" y="gd10"/>
                </a:lnTo>
                <a:close/>
              </a:path>
            </a:pathLst>
          </a:custGeom>
          <a:blipFill rotWithShape="1">
            <a:blip r:embed="rId7"/>
            <a:stretch/>
          </a:blipFill>
        </p:spPr>
        <p:txBody>
          <a:bodyPr lIns="91440" tIns="45720" rIns="91440" bIns="45720" anchor="t"/>
          <a:lstStyle/>
          <a:p>
            <a:pPr>
              <a:defRPr/>
            </a:pPr>
            <a:endParaRPr sz="1400"/>
          </a:p>
        </p:txBody>
      </p:sp>
      <p:sp>
        <p:nvSpPr>
          <p:cNvPr id="233526109" name="TextBox 12"/>
          <p:cNvSpPr txBox="1">
            <a:spLocks noChangeShapeType="1" noGrp="1"/>
          </p:cNvSpPr>
          <p:nvPr/>
        </p:nvSpPr>
        <p:spPr bwMode="auto">
          <a:xfrm>
            <a:off x="3676650" y="8337549"/>
            <a:ext cx="968375" cy="371475"/>
          </a:xfrm>
          <a:prstGeom prst="rect">
            <a:avLst/>
          </a:prstGeom>
          <a:noFill/>
        </p:spPr>
        <p:txBody>
          <a:bodyPr lIns="0" tIns="0" rIns="0" bIns="0">
            <a:spAutoFit/>
          </a:bodyPr>
          <a:lstStyle/>
          <a:p>
            <a:pPr lvl="0" algn="ctr">
              <a:lnSpc>
                <a:spcPts val="2950"/>
              </a:lnSpc>
              <a:defRPr/>
            </a:pPr>
            <a:r>
              <a:rPr sz="2400" b="1" i="0" u="none">
                <a:solidFill>
                  <a:srgbClr val="FFFFFF"/>
                </a:solidFill>
                <a:latin typeface="DM Sans Bold"/>
                <a:ea typeface="DM Sans Bold"/>
              </a:rPr>
              <a:t>Profile</a:t>
            </a:r>
            <a:endParaRPr/>
          </a:p>
        </p:txBody>
      </p:sp>
      <p:sp>
        <p:nvSpPr>
          <p:cNvPr id="2002839494" name="Freeform 13"/>
          <p:cNvSpPr>
            <a:spLocks noChangeShapeType="1" noGrp="1"/>
          </p:cNvSpPr>
          <p:nvPr/>
        </p:nvSpPr>
        <p:spPr bwMode="auto">
          <a:xfrm>
            <a:off x="5000625" y="8353425"/>
            <a:ext cx="666750" cy="438149"/>
          </a:xfrm>
          <a:custGeom>
            <a:avLst/>
            <a:gdLst>
              <a:gd name="gd0" fmla="val 65536"/>
              <a:gd name="gd1" fmla="val 0"/>
              <a:gd name="gd2" fmla="val 0"/>
              <a:gd name="gd3" fmla="val 666750"/>
              <a:gd name="gd4" fmla="val 0"/>
              <a:gd name="gd5" fmla="val 666750"/>
              <a:gd name="gd6" fmla="val 438150"/>
              <a:gd name="gd7" fmla="val 0"/>
              <a:gd name="gd8" fmla="val 438150"/>
              <a:gd name="gd9" fmla="val 0"/>
              <a:gd name="gd10" fmla="val 0"/>
            </a:gdLst>
            <a:ahLst/>
            <a:cxnLst/>
            <a:rect l="0" t="0" r="r" b="b"/>
            <a:pathLst>
              <a:path w="666750" h="438150" fill="norm" stroke="1" extrusionOk="0">
                <a:moveTo>
                  <a:pt x="gd1" y="gd2"/>
                </a:moveTo>
                <a:lnTo>
                  <a:pt x="gd3" y="gd4"/>
                </a:lnTo>
                <a:lnTo>
                  <a:pt x="gd5" y="gd6"/>
                </a:lnTo>
                <a:lnTo>
                  <a:pt x="gd7" y="gd8"/>
                </a:lnTo>
                <a:lnTo>
                  <a:pt x="gd9" y="gd10"/>
                </a:lnTo>
                <a:close/>
              </a:path>
            </a:pathLst>
          </a:custGeom>
          <a:blipFill rotWithShape="1">
            <a:blip r:embed="rId8"/>
            <a:stretch/>
          </a:blipFill>
        </p:spPr>
        <p:txBody>
          <a:bodyPr lIns="91440" tIns="45720" rIns="91440" bIns="45720" anchor="t"/>
          <a:lstStyle/>
          <a:p>
            <a:pPr>
              <a:defRPr/>
            </a:pPr>
            <a:endParaRPr sz="1400"/>
          </a:p>
        </p:txBody>
      </p:sp>
      <p:sp>
        <p:nvSpPr>
          <p:cNvPr id="1862398859" name="Freeform 14"/>
          <p:cNvSpPr>
            <a:spLocks noChangeShapeType="1" noGrp="1"/>
          </p:cNvSpPr>
          <p:nvPr/>
        </p:nvSpPr>
        <p:spPr bwMode="auto">
          <a:xfrm>
            <a:off x="5438774" y="7496175"/>
            <a:ext cx="2400300" cy="1933575"/>
          </a:xfrm>
          <a:custGeom>
            <a:avLst/>
            <a:gdLst>
              <a:gd name="gd0" fmla="val 65536"/>
              <a:gd name="gd1" fmla="val 0"/>
              <a:gd name="gd2" fmla="val 0"/>
              <a:gd name="gd3" fmla="val 2400300"/>
              <a:gd name="gd4" fmla="val 0"/>
              <a:gd name="gd5" fmla="val 2400300"/>
              <a:gd name="gd6" fmla="val 1933575"/>
              <a:gd name="gd7" fmla="val 0"/>
              <a:gd name="gd8" fmla="val 1933575"/>
              <a:gd name="gd9" fmla="val 0"/>
              <a:gd name="gd10" fmla="val 0"/>
            </a:gdLst>
            <a:ahLst/>
            <a:cxnLst/>
            <a:rect l="0" t="0" r="r" b="b"/>
            <a:pathLst>
              <a:path w="2400300" h="1933575" fill="norm" stroke="1" extrusionOk="0">
                <a:moveTo>
                  <a:pt x="gd1" y="gd2"/>
                </a:moveTo>
                <a:lnTo>
                  <a:pt x="gd3" y="gd4"/>
                </a:lnTo>
                <a:lnTo>
                  <a:pt x="gd5" y="gd6"/>
                </a:lnTo>
                <a:lnTo>
                  <a:pt x="gd7" y="gd8"/>
                </a:lnTo>
                <a:lnTo>
                  <a:pt x="gd9" y="gd10"/>
                </a:lnTo>
                <a:close/>
              </a:path>
            </a:pathLst>
          </a:custGeom>
          <a:blipFill rotWithShape="1">
            <a:blip r:embed="rId9"/>
            <a:stretch/>
          </a:blipFill>
        </p:spPr>
        <p:txBody>
          <a:bodyPr lIns="91440" tIns="45720" rIns="91440" bIns="45720" anchor="t"/>
          <a:lstStyle/>
          <a:p>
            <a:pPr>
              <a:defRPr/>
            </a:pPr>
            <a:endParaRPr sz="1400"/>
          </a:p>
        </p:txBody>
      </p:sp>
      <p:sp>
        <p:nvSpPr>
          <p:cNvPr id="387206678" name="TextBox 15"/>
          <p:cNvSpPr txBox="1">
            <a:spLocks noChangeShapeType="1" noGrp="1"/>
          </p:cNvSpPr>
          <p:nvPr/>
        </p:nvSpPr>
        <p:spPr bwMode="auto">
          <a:xfrm>
            <a:off x="6053136" y="8175625"/>
            <a:ext cx="1225550" cy="723900"/>
          </a:xfrm>
          <a:prstGeom prst="rect">
            <a:avLst/>
          </a:prstGeom>
          <a:noFill/>
        </p:spPr>
        <p:txBody>
          <a:bodyPr lIns="0" tIns="0" rIns="0" bIns="0">
            <a:spAutoFit/>
          </a:bodyPr>
          <a:lstStyle/>
          <a:p>
            <a:pPr lvl="0" algn="ctr">
              <a:lnSpc>
                <a:spcPts val="2875"/>
              </a:lnSpc>
              <a:defRPr/>
            </a:pPr>
            <a:r>
              <a:rPr sz="2300" b="1" i="0" u="none">
                <a:solidFill>
                  <a:srgbClr val="FFFFFF"/>
                </a:solidFill>
                <a:latin typeface="DM Sans Bold"/>
                <a:ea typeface="DM Sans Bold"/>
              </a:rPr>
              <a:t>Skills &amp; Projects</a:t>
            </a:r>
            <a:endParaRPr/>
          </a:p>
        </p:txBody>
      </p:sp>
      <p:sp>
        <p:nvSpPr>
          <p:cNvPr id="266612926" name="Freeform 16"/>
          <p:cNvSpPr>
            <a:spLocks noChangeShapeType="1" noGrp="1"/>
          </p:cNvSpPr>
          <p:nvPr/>
        </p:nvSpPr>
        <p:spPr bwMode="auto">
          <a:xfrm>
            <a:off x="7620000" y="8353425"/>
            <a:ext cx="438149" cy="438149"/>
          </a:xfrm>
          <a:custGeom>
            <a:avLst/>
            <a:gdLst>
              <a:gd name="gd0" fmla="val 65536"/>
              <a:gd name="gd1" fmla="val 0"/>
              <a:gd name="gd2" fmla="val 0"/>
              <a:gd name="gd3" fmla="val 438150"/>
              <a:gd name="gd4" fmla="val 0"/>
              <a:gd name="gd5" fmla="val 438150"/>
              <a:gd name="gd6" fmla="val 438150"/>
              <a:gd name="gd7" fmla="val 0"/>
              <a:gd name="gd8" fmla="val 438150"/>
              <a:gd name="gd9" fmla="val 0"/>
              <a:gd name="gd10" fmla="val 0"/>
            </a:gdLst>
            <a:ahLst/>
            <a:cxnLst/>
            <a:rect l="0" t="0" r="r" b="b"/>
            <a:pathLst>
              <a:path w="438150" h="438150" fill="norm" stroke="1" extrusionOk="0">
                <a:moveTo>
                  <a:pt x="gd1" y="gd2"/>
                </a:moveTo>
                <a:lnTo>
                  <a:pt x="gd3" y="gd4"/>
                </a:lnTo>
                <a:lnTo>
                  <a:pt x="gd5" y="gd6"/>
                </a:lnTo>
                <a:lnTo>
                  <a:pt x="gd7" y="gd8"/>
                </a:lnTo>
                <a:lnTo>
                  <a:pt x="gd9" y="gd10"/>
                </a:lnTo>
                <a:close/>
              </a:path>
            </a:pathLst>
          </a:custGeom>
          <a:blipFill rotWithShape="1">
            <a:blip r:embed="rId10"/>
            <a:stretch/>
          </a:blipFill>
        </p:spPr>
        <p:txBody>
          <a:bodyPr lIns="91440" tIns="45720" rIns="91440" bIns="45720" anchor="t"/>
          <a:lstStyle/>
          <a:p>
            <a:pPr>
              <a:defRPr/>
            </a:pPr>
            <a:endParaRPr sz="1400"/>
          </a:p>
        </p:txBody>
      </p:sp>
      <p:sp>
        <p:nvSpPr>
          <p:cNvPr id="419713502" name="Freeform 17"/>
          <p:cNvSpPr>
            <a:spLocks noChangeShapeType="1" noGrp="1"/>
          </p:cNvSpPr>
          <p:nvPr/>
        </p:nvSpPr>
        <p:spPr bwMode="auto">
          <a:xfrm>
            <a:off x="8048625" y="7496175"/>
            <a:ext cx="2190750" cy="1933575"/>
          </a:xfrm>
          <a:custGeom>
            <a:avLst/>
            <a:gdLst>
              <a:gd name="gd0" fmla="val 65536"/>
              <a:gd name="gd1" fmla="val 0"/>
              <a:gd name="gd2" fmla="val 0"/>
              <a:gd name="gd3" fmla="val 2190750"/>
              <a:gd name="gd4" fmla="val 0"/>
              <a:gd name="gd5" fmla="val 2190750"/>
              <a:gd name="gd6" fmla="val 1933575"/>
              <a:gd name="gd7" fmla="val 0"/>
              <a:gd name="gd8" fmla="val 1933575"/>
              <a:gd name="gd9" fmla="val 0"/>
              <a:gd name="gd10" fmla="val 0"/>
            </a:gdLst>
            <a:ahLst/>
            <a:cxnLst/>
            <a:rect l="0" t="0" r="r" b="b"/>
            <a:pathLst>
              <a:path w="2190750" h="1933575" fill="norm" stroke="1" extrusionOk="0">
                <a:moveTo>
                  <a:pt x="gd1" y="gd2"/>
                </a:moveTo>
                <a:lnTo>
                  <a:pt x="gd3" y="gd4"/>
                </a:lnTo>
                <a:lnTo>
                  <a:pt x="gd5" y="gd6"/>
                </a:lnTo>
                <a:lnTo>
                  <a:pt x="gd7" y="gd8"/>
                </a:lnTo>
                <a:lnTo>
                  <a:pt x="gd9" y="gd10"/>
                </a:lnTo>
                <a:close/>
              </a:path>
            </a:pathLst>
          </a:custGeom>
          <a:blipFill rotWithShape="1">
            <a:blip r:embed="rId11"/>
            <a:stretch/>
          </a:blipFill>
        </p:spPr>
        <p:txBody>
          <a:bodyPr lIns="91440" tIns="45720" rIns="91440" bIns="45720" anchor="t"/>
          <a:lstStyle/>
          <a:p>
            <a:pPr>
              <a:defRPr/>
            </a:pPr>
            <a:endParaRPr sz="1400"/>
          </a:p>
        </p:txBody>
      </p:sp>
      <p:sp>
        <p:nvSpPr>
          <p:cNvPr id="1213423029" name="TextBox 18"/>
          <p:cNvSpPr txBox="1">
            <a:spLocks noChangeShapeType="1" noGrp="1"/>
          </p:cNvSpPr>
          <p:nvPr/>
        </p:nvSpPr>
        <p:spPr bwMode="auto">
          <a:xfrm>
            <a:off x="8504237" y="8147050"/>
            <a:ext cx="1262062" cy="771525"/>
          </a:xfrm>
          <a:prstGeom prst="rect">
            <a:avLst/>
          </a:prstGeom>
          <a:noFill/>
        </p:spPr>
        <p:txBody>
          <a:bodyPr lIns="0" tIns="0" rIns="0" bIns="0">
            <a:spAutoFit/>
          </a:bodyPr>
          <a:lstStyle/>
          <a:p>
            <a:pPr lvl="0" algn="ctr">
              <a:lnSpc>
                <a:spcPts val="3025"/>
              </a:lnSpc>
              <a:defRPr/>
            </a:pPr>
            <a:r>
              <a:rPr sz="2500" b="1" i="0" u="none">
                <a:solidFill>
                  <a:srgbClr val="FFFFFF"/>
                </a:solidFill>
                <a:latin typeface="DM Sans Bold"/>
                <a:ea typeface="DM Sans Bold"/>
              </a:rPr>
              <a:t>Resume Upload</a:t>
            </a:r>
            <a:endParaRPr/>
          </a:p>
        </p:txBody>
      </p:sp>
      <p:sp>
        <p:nvSpPr>
          <p:cNvPr id="198406576" name="Freeform 19"/>
          <p:cNvSpPr>
            <a:spLocks noChangeShapeType="1" noGrp="1"/>
          </p:cNvSpPr>
          <p:nvPr/>
        </p:nvSpPr>
        <p:spPr bwMode="auto">
          <a:xfrm>
            <a:off x="10010775" y="8353425"/>
            <a:ext cx="657225" cy="438149"/>
          </a:xfrm>
          <a:custGeom>
            <a:avLst/>
            <a:gdLst>
              <a:gd name="gd0" fmla="val 65536"/>
              <a:gd name="gd1" fmla="val 0"/>
              <a:gd name="gd2" fmla="val 0"/>
              <a:gd name="gd3" fmla="val 657225"/>
              <a:gd name="gd4" fmla="val 0"/>
              <a:gd name="gd5" fmla="val 657225"/>
              <a:gd name="gd6" fmla="val 438150"/>
              <a:gd name="gd7" fmla="val 0"/>
              <a:gd name="gd8" fmla="val 438150"/>
              <a:gd name="gd9" fmla="val 0"/>
              <a:gd name="gd10" fmla="val 0"/>
            </a:gdLst>
            <a:ahLst/>
            <a:cxnLst/>
            <a:rect l="0" t="0" r="r" b="b"/>
            <a:pathLst>
              <a:path w="657225" h="438150" fill="norm" stroke="1" extrusionOk="0">
                <a:moveTo>
                  <a:pt x="gd1" y="gd2"/>
                </a:moveTo>
                <a:lnTo>
                  <a:pt x="gd3" y="gd4"/>
                </a:lnTo>
                <a:lnTo>
                  <a:pt x="gd5" y="gd6"/>
                </a:lnTo>
                <a:lnTo>
                  <a:pt x="gd7" y="gd8"/>
                </a:lnTo>
                <a:lnTo>
                  <a:pt x="gd9" y="gd10"/>
                </a:lnTo>
                <a:close/>
              </a:path>
            </a:pathLst>
          </a:custGeom>
          <a:blipFill rotWithShape="1">
            <a:blip r:embed="rId12"/>
            <a:stretch/>
          </a:blipFill>
        </p:spPr>
        <p:txBody>
          <a:bodyPr lIns="91440" tIns="45720" rIns="91440" bIns="45720" anchor="t"/>
          <a:lstStyle/>
          <a:p>
            <a:pPr>
              <a:defRPr/>
            </a:pPr>
            <a:endParaRPr sz="1400"/>
          </a:p>
        </p:txBody>
      </p:sp>
      <p:sp>
        <p:nvSpPr>
          <p:cNvPr id="2077852351" name="Freeform 20"/>
          <p:cNvSpPr>
            <a:spLocks noChangeShapeType="1" noGrp="1"/>
          </p:cNvSpPr>
          <p:nvPr/>
        </p:nvSpPr>
        <p:spPr bwMode="auto">
          <a:xfrm>
            <a:off x="10448924" y="7496175"/>
            <a:ext cx="2181225" cy="1933575"/>
          </a:xfrm>
          <a:custGeom>
            <a:avLst/>
            <a:gdLst>
              <a:gd name="gd0" fmla="val 65536"/>
              <a:gd name="gd1" fmla="val 0"/>
              <a:gd name="gd2" fmla="val 0"/>
              <a:gd name="gd3" fmla="val 2181225"/>
              <a:gd name="gd4" fmla="val 0"/>
              <a:gd name="gd5" fmla="val 2181225"/>
              <a:gd name="gd6" fmla="val 1933575"/>
              <a:gd name="gd7" fmla="val 0"/>
              <a:gd name="gd8" fmla="val 1933575"/>
              <a:gd name="gd9" fmla="val 0"/>
              <a:gd name="gd10" fmla="val 0"/>
            </a:gdLst>
            <a:ahLst/>
            <a:cxnLst/>
            <a:rect l="0" t="0" r="r" b="b"/>
            <a:pathLst>
              <a:path w="2181225" h="1933575" fill="norm" stroke="1" extrusionOk="0">
                <a:moveTo>
                  <a:pt x="gd1" y="gd2"/>
                </a:moveTo>
                <a:lnTo>
                  <a:pt x="gd3" y="gd4"/>
                </a:lnTo>
                <a:lnTo>
                  <a:pt x="gd5" y="gd6"/>
                </a:lnTo>
                <a:lnTo>
                  <a:pt x="gd7" y="gd8"/>
                </a:lnTo>
                <a:lnTo>
                  <a:pt x="gd9" y="gd10"/>
                </a:lnTo>
                <a:close/>
              </a:path>
            </a:pathLst>
          </a:custGeom>
          <a:blipFill rotWithShape="1">
            <a:blip r:embed="rId13"/>
            <a:stretch/>
          </a:blipFill>
        </p:spPr>
        <p:txBody>
          <a:bodyPr lIns="91440" tIns="45720" rIns="91440" bIns="45720" anchor="t"/>
          <a:lstStyle/>
          <a:p>
            <a:pPr>
              <a:defRPr/>
            </a:pPr>
            <a:endParaRPr sz="1400"/>
          </a:p>
        </p:txBody>
      </p:sp>
      <p:sp>
        <p:nvSpPr>
          <p:cNvPr id="1879291609" name="TextBox 21"/>
          <p:cNvSpPr txBox="1">
            <a:spLocks noChangeShapeType="1" noGrp="1"/>
          </p:cNvSpPr>
          <p:nvPr/>
        </p:nvSpPr>
        <p:spPr bwMode="auto">
          <a:xfrm>
            <a:off x="11009311" y="8185149"/>
            <a:ext cx="1226629" cy="360658"/>
          </a:xfrm>
          <a:prstGeom prst="rect">
            <a:avLst/>
          </a:prstGeom>
          <a:noFill/>
        </p:spPr>
        <p:txBody>
          <a:bodyPr lIns="0" tIns="0" rIns="0" bIns="0">
            <a:spAutoFit/>
          </a:bodyPr>
          <a:lstStyle/>
          <a:p>
            <a:pPr lvl="0" algn="ctr">
              <a:lnSpc>
                <a:spcPts val="2837"/>
              </a:lnSpc>
              <a:defRPr/>
            </a:pPr>
            <a:r>
              <a:rPr sz="2300" b="1" i="0" u="none">
                <a:solidFill>
                  <a:srgbClr val="FFFFFF"/>
                </a:solidFill>
                <a:latin typeface="DM Sans Bold"/>
                <a:ea typeface="DM Sans Bold"/>
              </a:rPr>
              <a:t>Analysis</a:t>
            </a:r>
            <a:endParaRPr/>
          </a:p>
        </p:txBody>
      </p:sp>
      <p:sp>
        <p:nvSpPr>
          <p:cNvPr id="1394871955" name="Freeform 22"/>
          <p:cNvSpPr>
            <a:spLocks noChangeShapeType="1" noGrp="1"/>
          </p:cNvSpPr>
          <p:nvPr/>
        </p:nvSpPr>
        <p:spPr bwMode="auto">
          <a:xfrm>
            <a:off x="12620625" y="8353425"/>
            <a:ext cx="447675" cy="438149"/>
          </a:xfrm>
          <a:custGeom>
            <a:avLst/>
            <a:gdLst>
              <a:gd name="gd0" fmla="val 65536"/>
              <a:gd name="gd1" fmla="val 0"/>
              <a:gd name="gd2" fmla="val 0"/>
              <a:gd name="gd3" fmla="val 447675"/>
              <a:gd name="gd4" fmla="val 0"/>
              <a:gd name="gd5" fmla="val 447675"/>
              <a:gd name="gd6" fmla="val 438150"/>
              <a:gd name="gd7" fmla="val 0"/>
              <a:gd name="gd8" fmla="val 438150"/>
              <a:gd name="gd9" fmla="val 0"/>
              <a:gd name="gd10" fmla="val 0"/>
            </a:gdLst>
            <a:ahLst/>
            <a:cxnLst/>
            <a:rect l="0" t="0" r="r" b="b"/>
            <a:pathLst>
              <a:path w="447675" h="438150" fill="norm" stroke="1" extrusionOk="0">
                <a:moveTo>
                  <a:pt x="gd1" y="gd2"/>
                </a:moveTo>
                <a:lnTo>
                  <a:pt x="gd3" y="gd4"/>
                </a:lnTo>
                <a:lnTo>
                  <a:pt x="gd5" y="gd6"/>
                </a:lnTo>
                <a:lnTo>
                  <a:pt x="gd7" y="gd8"/>
                </a:lnTo>
                <a:lnTo>
                  <a:pt x="gd9" y="gd10"/>
                </a:lnTo>
                <a:close/>
              </a:path>
            </a:pathLst>
          </a:custGeom>
          <a:blipFill rotWithShape="1">
            <a:blip r:embed="rId14"/>
            <a:stretch/>
          </a:blipFill>
        </p:spPr>
        <p:txBody>
          <a:bodyPr lIns="91440" tIns="45720" rIns="91440" bIns="45720" anchor="t"/>
          <a:lstStyle/>
          <a:p>
            <a:pPr>
              <a:defRPr/>
            </a:pPr>
            <a:endParaRPr sz="1400"/>
          </a:p>
        </p:txBody>
      </p:sp>
      <p:sp>
        <p:nvSpPr>
          <p:cNvPr id="1747683279" name="Freeform 23"/>
          <p:cNvSpPr>
            <a:spLocks noChangeShapeType="1" noGrp="1"/>
          </p:cNvSpPr>
          <p:nvPr/>
        </p:nvSpPr>
        <p:spPr bwMode="auto">
          <a:xfrm>
            <a:off x="13058775" y="7496175"/>
            <a:ext cx="2181225" cy="1933575"/>
          </a:xfrm>
          <a:custGeom>
            <a:avLst/>
            <a:gdLst>
              <a:gd name="gd0" fmla="val 65536"/>
              <a:gd name="gd1" fmla="val 0"/>
              <a:gd name="gd2" fmla="val 0"/>
              <a:gd name="gd3" fmla="val 2181225"/>
              <a:gd name="gd4" fmla="val 0"/>
              <a:gd name="gd5" fmla="val 2181225"/>
              <a:gd name="gd6" fmla="val 1933575"/>
              <a:gd name="gd7" fmla="val 0"/>
              <a:gd name="gd8" fmla="val 1933575"/>
              <a:gd name="gd9" fmla="val 0"/>
              <a:gd name="gd10" fmla="val 0"/>
            </a:gdLst>
            <a:ahLst/>
            <a:cxnLst/>
            <a:rect l="0" t="0" r="r" b="b"/>
            <a:pathLst>
              <a:path w="2181225" h="1933575" fill="norm" stroke="1" extrusionOk="0">
                <a:moveTo>
                  <a:pt x="gd1" y="gd2"/>
                </a:moveTo>
                <a:lnTo>
                  <a:pt x="gd3" y="gd4"/>
                </a:lnTo>
                <a:lnTo>
                  <a:pt x="gd5" y="gd6"/>
                </a:lnTo>
                <a:lnTo>
                  <a:pt x="gd7" y="gd8"/>
                </a:lnTo>
                <a:lnTo>
                  <a:pt x="gd9" y="gd10"/>
                </a:lnTo>
                <a:close/>
              </a:path>
            </a:pathLst>
          </a:custGeom>
          <a:blipFill rotWithShape="1">
            <a:blip r:embed="rId15"/>
            <a:stretch/>
          </a:blipFill>
        </p:spPr>
        <p:txBody>
          <a:bodyPr lIns="91440" tIns="45720" rIns="91440" bIns="45720" anchor="t"/>
          <a:lstStyle/>
          <a:p>
            <a:pPr>
              <a:defRPr/>
            </a:pPr>
            <a:endParaRPr sz="1400"/>
          </a:p>
        </p:txBody>
      </p:sp>
      <p:sp>
        <p:nvSpPr>
          <p:cNvPr id="993808266" name="TextBox 24"/>
          <p:cNvSpPr txBox="1">
            <a:spLocks noChangeShapeType="1" noGrp="1"/>
          </p:cNvSpPr>
          <p:nvPr/>
        </p:nvSpPr>
        <p:spPr bwMode="auto">
          <a:xfrm>
            <a:off x="13203237" y="8278812"/>
            <a:ext cx="1792287" cy="323850"/>
          </a:xfrm>
          <a:prstGeom prst="rect">
            <a:avLst/>
          </a:prstGeom>
          <a:noFill/>
        </p:spPr>
        <p:txBody>
          <a:bodyPr lIns="0" tIns="0" rIns="0" bIns="0">
            <a:spAutoFit/>
          </a:bodyPr>
          <a:lstStyle/>
          <a:p>
            <a:pPr lvl="0" algn="ctr">
              <a:lnSpc>
                <a:spcPts val="2587"/>
              </a:lnSpc>
              <a:defRPr/>
            </a:pPr>
            <a:r>
              <a:rPr sz="2100" b="1" i="0" u="none">
                <a:solidFill>
                  <a:srgbClr val="FFFFFF"/>
                </a:solidFill>
                <a:latin typeface="DM Sans Bold"/>
                <a:ea typeface="DM Sans Bold"/>
              </a:rPr>
              <a:t>Improvement</a:t>
            </a:r>
            <a:endParaRPr/>
          </a:p>
        </p:txBody>
      </p:sp>
      <p:sp>
        <p:nvSpPr>
          <p:cNvPr id="1500068774" name="Freeform 25"/>
          <p:cNvSpPr>
            <a:spLocks noChangeShapeType="1" noGrp="1"/>
          </p:cNvSpPr>
          <p:nvPr/>
        </p:nvSpPr>
        <p:spPr bwMode="auto">
          <a:xfrm>
            <a:off x="15020924" y="8353425"/>
            <a:ext cx="657225" cy="438149"/>
          </a:xfrm>
          <a:custGeom>
            <a:avLst/>
            <a:gdLst>
              <a:gd name="gd0" fmla="val 65536"/>
              <a:gd name="gd1" fmla="val 0"/>
              <a:gd name="gd2" fmla="val 0"/>
              <a:gd name="gd3" fmla="val 657225"/>
              <a:gd name="gd4" fmla="val 0"/>
              <a:gd name="gd5" fmla="val 657225"/>
              <a:gd name="gd6" fmla="val 438150"/>
              <a:gd name="gd7" fmla="val 0"/>
              <a:gd name="gd8" fmla="val 438150"/>
              <a:gd name="gd9" fmla="val 0"/>
              <a:gd name="gd10" fmla="val 0"/>
            </a:gdLst>
            <a:ahLst/>
            <a:cxnLst/>
            <a:rect l="0" t="0" r="r" b="b"/>
            <a:pathLst>
              <a:path w="657225" h="438150" fill="norm" stroke="1" extrusionOk="0">
                <a:moveTo>
                  <a:pt x="gd1" y="gd2"/>
                </a:moveTo>
                <a:lnTo>
                  <a:pt x="gd3" y="gd4"/>
                </a:lnTo>
                <a:lnTo>
                  <a:pt x="gd5" y="gd6"/>
                </a:lnTo>
                <a:lnTo>
                  <a:pt x="gd7" y="gd8"/>
                </a:lnTo>
                <a:lnTo>
                  <a:pt x="gd9" y="gd10"/>
                </a:lnTo>
                <a:close/>
              </a:path>
            </a:pathLst>
          </a:custGeom>
          <a:blipFill rotWithShape="1">
            <a:blip r:embed="rId16"/>
            <a:stretch/>
          </a:blipFill>
        </p:spPr>
        <p:txBody>
          <a:bodyPr lIns="91440" tIns="45720" rIns="91440" bIns="45720" anchor="t"/>
          <a:lstStyle/>
          <a:p>
            <a:pPr>
              <a:defRPr/>
            </a:pPr>
            <a:endParaRPr sz="1400"/>
          </a:p>
        </p:txBody>
      </p:sp>
      <p:sp>
        <p:nvSpPr>
          <p:cNvPr id="1627123039" name="Freeform 26"/>
          <p:cNvSpPr>
            <a:spLocks noChangeShapeType="1" noGrp="1"/>
          </p:cNvSpPr>
          <p:nvPr/>
        </p:nvSpPr>
        <p:spPr bwMode="auto">
          <a:xfrm>
            <a:off x="15449549" y="7496175"/>
            <a:ext cx="2190750" cy="1933575"/>
          </a:xfrm>
          <a:custGeom>
            <a:avLst/>
            <a:gdLst>
              <a:gd name="gd0" fmla="val 65536"/>
              <a:gd name="gd1" fmla="val 0"/>
              <a:gd name="gd2" fmla="val 0"/>
              <a:gd name="gd3" fmla="val 2190750"/>
              <a:gd name="gd4" fmla="val 0"/>
              <a:gd name="gd5" fmla="val 2190750"/>
              <a:gd name="gd6" fmla="val 1933575"/>
              <a:gd name="gd7" fmla="val 0"/>
              <a:gd name="gd8" fmla="val 1933575"/>
              <a:gd name="gd9" fmla="val 0"/>
              <a:gd name="gd10" fmla="val 0"/>
            </a:gdLst>
            <a:ahLst/>
            <a:cxnLst/>
            <a:rect l="0" t="0" r="r" b="b"/>
            <a:pathLst>
              <a:path w="2190750" h="1933575" fill="norm" stroke="1" extrusionOk="0">
                <a:moveTo>
                  <a:pt x="gd1" y="gd2"/>
                </a:moveTo>
                <a:lnTo>
                  <a:pt x="gd3" y="gd4"/>
                </a:lnTo>
                <a:lnTo>
                  <a:pt x="gd5" y="gd6"/>
                </a:lnTo>
                <a:lnTo>
                  <a:pt x="gd7" y="gd8"/>
                </a:lnTo>
                <a:lnTo>
                  <a:pt x="gd9" y="gd10"/>
                </a:lnTo>
                <a:close/>
              </a:path>
            </a:pathLst>
          </a:custGeom>
          <a:blipFill rotWithShape="1">
            <a:blip r:embed="rId17"/>
            <a:stretch/>
          </a:blipFill>
        </p:spPr>
        <p:txBody>
          <a:bodyPr lIns="91440" tIns="45720" rIns="91440" bIns="45720" anchor="t"/>
          <a:lstStyle/>
          <a:p>
            <a:pPr>
              <a:defRPr/>
            </a:pPr>
            <a:endParaRPr sz="1400"/>
          </a:p>
        </p:txBody>
      </p:sp>
      <p:sp>
        <p:nvSpPr>
          <p:cNvPr id="580723236" name="TextBox 27"/>
          <p:cNvSpPr txBox="1">
            <a:spLocks noChangeShapeType="1" noGrp="1"/>
          </p:cNvSpPr>
          <p:nvPr/>
        </p:nvSpPr>
        <p:spPr bwMode="auto">
          <a:xfrm>
            <a:off x="15727362" y="8166100"/>
            <a:ext cx="1665287" cy="742950"/>
          </a:xfrm>
          <a:prstGeom prst="rect">
            <a:avLst/>
          </a:prstGeom>
          <a:noFill/>
        </p:spPr>
        <p:txBody>
          <a:bodyPr lIns="0" tIns="0" rIns="0" bIns="0">
            <a:spAutoFit/>
          </a:bodyPr>
          <a:lstStyle/>
          <a:p>
            <a:pPr lvl="0" algn="ctr">
              <a:lnSpc>
                <a:spcPts val="2987"/>
              </a:lnSpc>
              <a:defRPr/>
            </a:pPr>
            <a:r>
              <a:rPr sz="2400" b="1" i="0" u="none">
                <a:solidFill>
                  <a:srgbClr val="FFFFFF"/>
                </a:solidFill>
                <a:latin typeface="DM Sans Bold"/>
                <a:ea typeface="DM Sans Bold"/>
              </a:rPr>
              <a:t>Placement Ready</a:t>
            </a:r>
            <a:endParaRPr/>
          </a:p>
        </p:txBody>
      </p:sp>
      <p:sp>
        <p:nvSpPr>
          <p:cNvPr id="1793046889" name="Freeform 28"/>
          <p:cNvSpPr>
            <a:spLocks noChangeShapeType="1" noGrp="1"/>
          </p:cNvSpPr>
          <p:nvPr/>
        </p:nvSpPr>
        <p:spPr bwMode="auto">
          <a:xfrm>
            <a:off x="0" y="6638925"/>
            <a:ext cx="18288000" cy="219074"/>
          </a:xfrm>
          <a:custGeom>
            <a:avLst/>
            <a:gdLst>
              <a:gd name="gd0" fmla="val 65536"/>
              <a:gd name="gd1" fmla="val 0"/>
              <a:gd name="gd2" fmla="val 0"/>
              <a:gd name="gd3" fmla="val 18288000"/>
              <a:gd name="gd4" fmla="val 0"/>
              <a:gd name="gd5" fmla="val 18288000"/>
              <a:gd name="gd6" fmla="val 219075"/>
              <a:gd name="gd7" fmla="val 0"/>
              <a:gd name="gd8" fmla="val 219075"/>
              <a:gd name="gd9" fmla="val 0"/>
              <a:gd name="gd10" fmla="val 0"/>
            </a:gdLst>
            <a:ahLst/>
            <a:cxnLst/>
            <a:rect l="0" t="0" r="r" b="b"/>
            <a:pathLst>
              <a:path w="18288000" h="219075" fill="norm" stroke="1" extrusionOk="0">
                <a:moveTo>
                  <a:pt x="gd1" y="gd2"/>
                </a:moveTo>
                <a:lnTo>
                  <a:pt x="gd3" y="gd4"/>
                </a:lnTo>
                <a:lnTo>
                  <a:pt x="gd5" y="gd6"/>
                </a:lnTo>
                <a:lnTo>
                  <a:pt x="gd7" y="gd8"/>
                </a:lnTo>
                <a:lnTo>
                  <a:pt x="gd9" y="gd10"/>
                </a:lnTo>
                <a:close/>
              </a:path>
            </a:pathLst>
          </a:custGeom>
          <a:blipFill rotWithShape="1">
            <a:blip r:embed="rId18"/>
            <a:stretch/>
          </a:blipFill>
        </p:spPr>
        <p:txBody>
          <a:bodyPr lIns="91440" tIns="45720" rIns="91440" bIns="45720" anchor="t"/>
          <a:lstStyle/>
          <a:p>
            <a:pPr>
              <a:defRPr/>
            </a:pPr>
            <a:endParaRPr sz="1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9383137" name="Freeform 2"/>
          <p:cNvSpPr>
            <a:spLocks noChangeShapeType="1" noGrp="1"/>
          </p:cNvSpPr>
          <p:nvPr/>
        </p:nvSpPr>
        <p:spPr bwMode="auto">
          <a:xfrm>
            <a:off x="0" y="0"/>
            <a:ext cx="18288000" cy="10287000"/>
          </a:xfrm>
          <a:custGeom>
            <a:avLst/>
            <a:gdLst>
              <a:gd name="gd0" fmla="val 65536"/>
              <a:gd name="gd1" fmla="val 0"/>
              <a:gd name="gd2" fmla="val 0"/>
              <a:gd name="gd3" fmla="val 18288000"/>
              <a:gd name="gd4" fmla="val 0"/>
              <a:gd name="gd5" fmla="val 18288000"/>
              <a:gd name="gd6" fmla="val 10287000"/>
              <a:gd name="gd7" fmla="val 0"/>
              <a:gd name="gd8" fmla="val 10287000"/>
              <a:gd name="gd9" fmla="val 0"/>
              <a:gd name="gd10" fmla="val 0"/>
            </a:gdLst>
            <a:ahLst/>
            <a:cxnLst/>
            <a:rect l="0" t="0" r="r" b="b"/>
            <a:pathLst>
              <a:path w="18288000" h="10287000" fill="norm" stroke="1" extrusionOk="0">
                <a:moveTo>
                  <a:pt x="gd1" y="gd2"/>
                </a:moveTo>
                <a:lnTo>
                  <a:pt x="gd3" y="gd4"/>
                </a:lnTo>
                <a:lnTo>
                  <a:pt x="gd5" y="gd6"/>
                </a:lnTo>
                <a:lnTo>
                  <a:pt x="gd7" y="gd8"/>
                </a:lnTo>
                <a:lnTo>
                  <a:pt x="gd9" y="gd10"/>
                </a:lnTo>
                <a:close/>
              </a:path>
            </a:pathLst>
          </a:custGeom>
          <a:blipFill rotWithShape="1">
            <a:blip r:embed="rId3"/>
            <a:stretch/>
          </a:blipFill>
        </p:spPr>
        <p:txBody>
          <a:bodyPr lIns="91440" tIns="45720" rIns="91440" bIns="45720" anchor="t"/>
          <a:lstStyle/>
          <a:p>
            <a:pPr>
              <a:defRPr/>
            </a:pPr>
            <a:endParaRPr sz="1400"/>
          </a:p>
        </p:txBody>
      </p:sp>
      <p:sp>
        <p:nvSpPr>
          <p:cNvPr id="1387220842" name="Freeform 3"/>
          <p:cNvSpPr>
            <a:spLocks noChangeShapeType="1" noGrp="1"/>
          </p:cNvSpPr>
          <p:nvPr/>
        </p:nvSpPr>
        <p:spPr bwMode="auto">
          <a:xfrm>
            <a:off x="16106775" y="0"/>
            <a:ext cx="2181225" cy="2143125"/>
          </a:xfrm>
          <a:custGeom>
            <a:avLst/>
            <a:gdLst>
              <a:gd name="gd0" fmla="val 65536"/>
              <a:gd name="gd1" fmla="val 0"/>
              <a:gd name="gd2" fmla="val 0"/>
              <a:gd name="gd3" fmla="val 2181225"/>
              <a:gd name="gd4" fmla="val 0"/>
              <a:gd name="gd5" fmla="val 2181225"/>
              <a:gd name="gd6" fmla="val 2143125"/>
              <a:gd name="gd7" fmla="val 0"/>
              <a:gd name="gd8" fmla="val 2143125"/>
              <a:gd name="gd9" fmla="val 0"/>
              <a:gd name="gd10" fmla="val 0"/>
            </a:gdLst>
            <a:ahLst/>
            <a:cxnLst/>
            <a:rect l="0" t="0" r="r" b="b"/>
            <a:pathLst>
              <a:path w="2181225" h="2143125" fill="norm" stroke="1" extrusionOk="0">
                <a:moveTo>
                  <a:pt x="gd1" y="gd2"/>
                </a:moveTo>
                <a:lnTo>
                  <a:pt x="gd3" y="gd4"/>
                </a:lnTo>
                <a:lnTo>
                  <a:pt x="gd5" y="gd6"/>
                </a:lnTo>
                <a:lnTo>
                  <a:pt x="gd7" y="gd8"/>
                </a:lnTo>
                <a:lnTo>
                  <a:pt x="gd9" y="gd10"/>
                </a:lnTo>
                <a:close/>
              </a:path>
            </a:pathLst>
          </a:custGeom>
          <a:blipFill rotWithShape="1">
            <a:blip r:embed="rId4"/>
            <a:stretch/>
          </a:blipFill>
        </p:spPr>
        <p:txBody>
          <a:bodyPr lIns="91440" tIns="45720" rIns="91440" bIns="45720" anchor="t"/>
          <a:lstStyle/>
          <a:p>
            <a:pPr>
              <a:defRPr/>
            </a:pPr>
            <a:endParaRPr sz="1400"/>
          </a:p>
        </p:txBody>
      </p:sp>
      <p:sp>
        <p:nvSpPr>
          <p:cNvPr id="1318713529" name="Freeform 4"/>
          <p:cNvSpPr>
            <a:spLocks noChangeShapeType="1" noGrp="1"/>
          </p:cNvSpPr>
          <p:nvPr/>
        </p:nvSpPr>
        <p:spPr bwMode="auto">
          <a:xfrm>
            <a:off x="15887700" y="2571750"/>
            <a:ext cx="2400300" cy="4714875"/>
          </a:xfrm>
          <a:custGeom>
            <a:avLst/>
            <a:gdLst>
              <a:gd name="gd0" fmla="val 65536"/>
              <a:gd name="gd1" fmla="val 0"/>
              <a:gd name="gd2" fmla="val 0"/>
              <a:gd name="gd3" fmla="val 2400300"/>
              <a:gd name="gd4" fmla="val 0"/>
              <a:gd name="gd5" fmla="val 2400300"/>
              <a:gd name="gd6" fmla="val 4714875"/>
              <a:gd name="gd7" fmla="val 0"/>
              <a:gd name="gd8" fmla="val 4714875"/>
              <a:gd name="gd9" fmla="val 0"/>
              <a:gd name="gd10" fmla="val 0"/>
            </a:gdLst>
            <a:ahLst/>
            <a:cxnLst/>
            <a:rect l="0" t="0" r="r" b="b"/>
            <a:pathLst>
              <a:path w="2400300" h="4714875" fill="norm" stroke="1" extrusionOk="0">
                <a:moveTo>
                  <a:pt x="gd1" y="gd2"/>
                </a:moveTo>
                <a:lnTo>
                  <a:pt x="gd3" y="gd4"/>
                </a:lnTo>
                <a:lnTo>
                  <a:pt x="gd5" y="gd6"/>
                </a:lnTo>
                <a:lnTo>
                  <a:pt x="gd7" y="gd8"/>
                </a:lnTo>
                <a:lnTo>
                  <a:pt x="gd9" y="gd10"/>
                </a:lnTo>
                <a:close/>
              </a:path>
            </a:pathLst>
          </a:custGeom>
          <a:blipFill rotWithShape="1">
            <a:blip r:embed="rId5"/>
            <a:stretch/>
          </a:blipFill>
        </p:spPr>
        <p:txBody>
          <a:bodyPr lIns="91440" tIns="45720" rIns="91440" bIns="45720" anchor="t"/>
          <a:lstStyle/>
          <a:p>
            <a:pPr>
              <a:defRPr/>
            </a:pPr>
            <a:endParaRPr sz="1400"/>
          </a:p>
        </p:txBody>
      </p:sp>
      <p:sp>
        <p:nvSpPr>
          <p:cNvPr id="740654479" name="Freeform 5"/>
          <p:cNvSpPr>
            <a:spLocks noChangeShapeType="1" noGrp="1"/>
          </p:cNvSpPr>
          <p:nvPr/>
        </p:nvSpPr>
        <p:spPr bwMode="auto">
          <a:xfrm>
            <a:off x="9353550" y="2352675"/>
            <a:ext cx="8934450" cy="7296149"/>
          </a:xfrm>
          <a:custGeom>
            <a:avLst/>
            <a:gdLst>
              <a:gd name="gd0" fmla="val 65536"/>
              <a:gd name="gd1" fmla="val 0"/>
              <a:gd name="gd2" fmla="val 0"/>
              <a:gd name="gd3" fmla="val 8934450"/>
              <a:gd name="gd4" fmla="val 0"/>
              <a:gd name="gd5" fmla="val 8934450"/>
              <a:gd name="gd6" fmla="val 7296150"/>
              <a:gd name="gd7" fmla="val 0"/>
              <a:gd name="gd8" fmla="val 7296150"/>
              <a:gd name="gd9" fmla="val 0"/>
              <a:gd name="gd10" fmla="val 0"/>
            </a:gdLst>
            <a:ahLst/>
            <a:cxnLst/>
            <a:rect l="0" t="0" r="r" b="b"/>
            <a:pathLst>
              <a:path w="8934450" h="7296150" fill="norm" stroke="1" extrusionOk="0">
                <a:moveTo>
                  <a:pt x="gd1" y="gd2"/>
                </a:moveTo>
                <a:lnTo>
                  <a:pt x="gd3" y="gd4"/>
                </a:lnTo>
                <a:lnTo>
                  <a:pt x="gd5" y="gd6"/>
                </a:lnTo>
                <a:lnTo>
                  <a:pt x="gd7" y="gd8"/>
                </a:lnTo>
                <a:lnTo>
                  <a:pt x="gd9" y="gd10"/>
                </a:lnTo>
                <a:close/>
              </a:path>
            </a:pathLst>
          </a:custGeom>
          <a:blipFill rotWithShape="1">
            <a:blip r:embed="rId6"/>
            <a:stretch/>
          </a:blipFill>
        </p:spPr>
        <p:txBody>
          <a:bodyPr lIns="91440" tIns="45720" rIns="91440" bIns="45720" anchor="t"/>
          <a:lstStyle/>
          <a:p>
            <a:pPr>
              <a:defRPr/>
            </a:pPr>
            <a:endParaRPr sz="1400"/>
          </a:p>
        </p:txBody>
      </p:sp>
      <p:sp>
        <p:nvSpPr>
          <p:cNvPr id="881958754" name="TextBox 6"/>
          <p:cNvSpPr txBox="1">
            <a:spLocks noChangeShapeType="1" noGrp="1"/>
          </p:cNvSpPr>
          <p:nvPr/>
        </p:nvSpPr>
        <p:spPr bwMode="auto">
          <a:xfrm>
            <a:off x="731837" y="1704975"/>
            <a:ext cx="6254750" cy="941387"/>
          </a:xfrm>
          <a:prstGeom prst="rect">
            <a:avLst/>
          </a:prstGeom>
          <a:noFill/>
        </p:spPr>
        <p:txBody>
          <a:bodyPr lIns="0" tIns="0" rIns="0" bIns="0">
            <a:spAutoFit/>
          </a:bodyPr>
          <a:lstStyle/>
          <a:p>
            <a:pPr lvl="0">
              <a:lnSpc>
                <a:spcPts val="7062"/>
              </a:lnSpc>
              <a:defRPr/>
            </a:pPr>
            <a:r>
              <a:rPr sz="7000" b="1" i="0" u="none">
                <a:solidFill>
                  <a:srgbClr val="3777D8"/>
                </a:solidFill>
                <a:latin typeface="Montserrat Bold"/>
                <a:ea typeface="Montserrat Bold"/>
              </a:rPr>
              <a:t>Future Scope</a:t>
            </a:r>
            <a:endParaRPr/>
          </a:p>
        </p:txBody>
      </p:sp>
      <p:sp>
        <p:nvSpPr>
          <p:cNvPr id="541161177" name="TextBox 7"/>
          <p:cNvSpPr txBox="1">
            <a:spLocks noChangeShapeType="1" noGrp="1"/>
          </p:cNvSpPr>
          <p:nvPr/>
        </p:nvSpPr>
        <p:spPr bwMode="auto">
          <a:xfrm>
            <a:off x="768350" y="2967037"/>
            <a:ext cx="5376862" cy="323850"/>
          </a:xfrm>
          <a:prstGeom prst="rect">
            <a:avLst/>
          </a:prstGeom>
          <a:noFill/>
        </p:spPr>
        <p:txBody>
          <a:bodyPr lIns="0" tIns="0" rIns="0" bIns="0">
            <a:spAutoFit/>
          </a:bodyPr>
          <a:lstStyle/>
          <a:p>
            <a:pPr lvl="0">
              <a:lnSpc>
                <a:spcPts val="2675"/>
              </a:lnSpc>
              <a:defRPr/>
            </a:pPr>
            <a:r>
              <a:rPr sz="1900" b="1" i="0" u="none">
                <a:solidFill>
                  <a:srgbClr val="3777D8"/>
                </a:solidFill>
                <a:latin typeface="Montserrat Bold"/>
                <a:ea typeface="Montserrat Bold"/>
              </a:rPr>
              <a:t>WHY CAMPUSHIRE GIVES YOU AN EDGE</a:t>
            </a:r>
            <a:endParaRPr/>
          </a:p>
        </p:txBody>
      </p:sp>
      <p:sp>
        <p:nvSpPr>
          <p:cNvPr id="1726529043" name="TextBox 8"/>
          <p:cNvSpPr txBox="1">
            <a:spLocks noChangeShapeType="1" noGrp="1"/>
          </p:cNvSpPr>
          <p:nvPr/>
        </p:nvSpPr>
        <p:spPr bwMode="auto">
          <a:xfrm>
            <a:off x="768350" y="3536950"/>
            <a:ext cx="5321300" cy="2374900"/>
          </a:xfrm>
          <a:prstGeom prst="rect">
            <a:avLst/>
          </a:prstGeom>
          <a:noFill/>
        </p:spPr>
        <p:txBody>
          <a:bodyPr lIns="0" tIns="0" rIns="0" bIns="0">
            <a:spAutoFit/>
          </a:bodyPr>
          <a:lstStyle/>
          <a:p>
            <a:pPr lvl="0">
              <a:lnSpc>
                <a:spcPts val="3200"/>
              </a:lnSpc>
              <a:defRPr/>
            </a:pPr>
            <a:r>
              <a:rPr sz="2000">
                <a:solidFill>
                  <a:srgbClr val="FFFFFF"/>
                </a:solidFill>
                <a:latin typeface="Montserrat"/>
                <a:ea typeface="Montserrat"/>
              </a:rPr>
              <a:t>All student data in one place</a:t>
            </a:r>
            <a:endParaRPr/>
          </a:p>
          <a:p>
            <a:pPr lvl="0">
              <a:lnSpc>
                <a:spcPts val="3200"/>
              </a:lnSpc>
              <a:defRPr/>
            </a:pPr>
            <a:r>
              <a:rPr sz="2000">
                <a:solidFill>
                  <a:srgbClr val="FFFFFF"/>
                </a:solidFill>
                <a:latin typeface="Montserrat"/>
                <a:ea typeface="Montserrat"/>
              </a:rPr>
              <a:t>Simple and efficient profile management</a:t>
            </a:r>
            <a:endParaRPr/>
          </a:p>
          <a:p>
            <a:pPr lvl="0">
              <a:lnSpc>
                <a:spcPts val="3200"/>
              </a:lnSpc>
              <a:defRPr/>
            </a:pPr>
            <a:r>
              <a:rPr sz="2000">
                <a:solidFill>
                  <a:srgbClr val="FFFFFF"/>
                </a:solidFill>
                <a:latin typeface="Montserrat"/>
                <a:ea typeface="Montserrat"/>
              </a:rPr>
              <a:t>Less manual work, more time saved</a:t>
            </a:r>
            <a:endParaRPr/>
          </a:p>
          <a:p>
            <a:pPr lvl="0">
              <a:lnSpc>
                <a:spcPts val="3200"/>
              </a:lnSpc>
              <a:defRPr/>
            </a:pPr>
            <a:r>
              <a:rPr sz="2000">
                <a:solidFill>
                  <a:srgbClr val="FFFFFF"/>
                </a:solidFill>
                <a:latin typeface="Montserrat"/>
                <a:ea typeface="Montserrat"/>
              </a:rPr>
              <a:t>Higher-quality, recruiter-ready resumes</a:t>
            </a:r>
            <a:endParaRPr/>
          </a:p>
          <a:p>
            <a:pPr lvl="0">
              <a:lnSpc>
                <a:spcPts val="3200"/>
              </a:lnSpc>
              <a:defRPr/>
            </a:pPr>
            <a:r>
              <a:rPr sz="2000">
                <a:solidFill>
                  <a:srgbClr val="FFFFFF"/>
                </a:solidFill>
                <a:latin typeface="Montserrat"/>
                <a:ea typeface="Montserrat"/>
              </a:rPr>
              <a:t>Spot skill gaps early</a:t>
            </a:r>
            <a:endParaRPr/>
          </a:p>
          <a:p>
            <a:pPr lvl="0">
              <a:lnSpc>
                <a:spcPts val="3200"/>
              </a:lnSpc>
              <a:defRPr/>
            </a:pPr>
            <a:r>
              <a:rPr sz="2000">
                <a:solidFill>
                  <a:srgbClr val="FFFFFF"/>
                </a:solidFill>
                <a:latin typeface="Montserrat"/>
                <a:ea typeface="Montserrat"/>
              </a:rPr>
              <a:t>Stronger placement readiness</a:t>
            </a:r>
            <a:endParaRPr/>
          </a:p>
        </p:txBody>
      </p:sp>
      <p:sp>
        <p:nvSpPr>
          <p:cNvPr id="117851070" name="Freeform 9"/>
          <p:cNvSpPr>
            <a:spLocks noChangeShapeType="1" noGrp="1"/>
          </p:cNvSpPr>
          <p:nvPr/>
        </p:nvSpPr>
        <p:spPr bwMode="auto">
          <a:xfrm>
            <a:off x="647700" y="6210300"/>
            <a:ext cx="8286750" cy="219074"/>
          </a:xfrm>
          <a:custGeom>
            <a:avLst/>
            <a:gdLst>
              <a:gd name="gd0" fmla="val 65536"/>
              <a:gd name="gd1" fmla="val 0"/>
              <a:gd name="gd2" fmla="val 0"/>
              <a:gd name="gd3" fmla="val 8286750"/>
              <a:gd name="gd4" fmla="val 0"/>
              <a:gd name="gd5" fmla="val 8286750"/>
              <a:gd name="gd6" fmla="val 219075"/>
              <a:gd name="gd7" fmla="val 0"/>
              <a:gd name="gd8" fmla="val 219075"/>
              <a:gd name="gd9" fmla="val 0"/>
              <a:gd name="gd10" fmla="val 0"/>
            </a:gdLst>
            <a:ahLst/>
            <a:cxnLst/>
            <a:rect l="0" t="0" r="r" b="b"/>
            <a:pathLst>
              <a:path w="8286750" h="219075" fill="norm" stroke="1" extrusionOk="0">
                <a:moveTo>
                  <a:pt x="gd1" y="gd2"/>
                </a:moveTo>
                <a:lnTo>
                  <a:pt x="gd3" y="gd4"/>
                </a:lnTo>
                <a:lnTo>
                  <a:pt x="gd5" y="gd6"/>
                </a:lnTo>
                <a:lnTo>
                  <a:pt x="gd7" y="gd8"/>
                </a:lnTo>
                <a:lnTo>
                  <a:pt x="gd9" y="gd10"/>
                </a:lnTo>
                <a:close/>
              </a:path>
            </a:pathLst>
          </a:custGeom>
          <a:blipFill rotWithShape="1">
            <a:blip r:embed="rId7"/>
            <a:stretch/>
          </a:blipFill>
        </p:spPr>
        <p:txBody>
          <a:bodyPr lIns="91440" tIns="45720" rIns="91440" bIns="45720" anchor="t"/>
          <a:lstStyle/>
          <a:p>
            <a:pPr>
              <a:defRPr/>
            </a:pPr>
            <a:endParaRPr sz="1400"/>
          </a:p>
        </p:txBody>
      </p:sp>
      <p:sp>
        <p:nvSpPr>
          <p:cNvPr id="2107786226" name="TextBox 10"/>
          <p:cNvSpPr txBox="1">
            <a:spLocks noChangeShapeType="1" noGrp="1"/>
          </p:cNvSpPr>
          <p:nvPr/>
        </p:nvSpPr>
        <p:spPr bwMode="auto">
          <a:xfrm>
            <a:off x="768350" y="6570662"/>
            <a:ext cx="3529012" cy="338137"/>
          </a:xfrm>
          <a:prstGeom prst="rect">
            <a:avLst/>
          </a:prstGeom>
          <a:noFill/>
        </p:spPr>
        <p:txBody>
          <a:bodyPr lIns="0" tIns="0" rIns="0" bIns="0">
            <a:spAutoFit/>
          </a:bodyPr>
          <a:lstStyle/>
          <a:p>
            <a:pPr lvl="0">
              <a:lnSpc>
                <a:spcPts val="2825"/>
              </a:lnSpc>
              <a:defRPr/>
            </a:pPr>
            <a:r>
              <a:rPr sz="2000" b="1" i="0" u="none">
                <a:solidFill>
                  <a:srgbClr val="3777D8"/>
                </a:solidFill>
                <a:latin typeface="Montserrat Bold"/>
                <a:ea typeface="Montserrat Bold"/>
              </a:rPr>
              <a:t>BUILT FOR WHAT’S NEXT</a:t>
            </a:r>
            <a:endParaRPr/>
          </a:p>
        </p:txBody>
      </p:sp>
      <p:sp>
        <p:nvSpPr>
          <p:cNvPr id="17953386" name="TextBox 11"/>
          <p:cNvSpPr txBox="1">
            <a:spLocks noChangeShapeType="1" noGrp="1"/>
          </p:cNvSpPr>
          <p:nvPr/>
        </p:nvSpPr>
        <p:spPr bwMode="auto">
          <a:xfrm>
            <a:off x="768350" y="7110412"/>
            <a:ext cx="4462462" cy="2430462"/>
          </a:xfrm>
          <a:prstGeom prst="rect">
            <a:avLst/>
          </a:prstGeom>
          <a:noFill/>
        </p:spPr>
        <p:txBody>
          <a:bodyPr lIns="0" tIns="0" rIns="0" bIns="0">
            <a:spAutoFit/>
          </a:bodyPr>
          <a:lstStyle/>
          <a:p>
            <a:pPr lvl="0">
              <a:lnSpc>
                <a:spcPts val="3250"/>
              </a:lnSpc>
              <a:defRPr/>
            </a:pPr>
            <a:r>
              <a:rPr sz="2000">
                <a:solidFill>
                  <a:srgbClr val="FFFFFF"/>
                </a:solidFill>
                <a:latin typeface="Montserrat"/>
                <a:ea typeface="Montserrat"/>
              </a:rPr>
              <a:t>AI-powered job recommendations</a:t>
            </a:r>
            <a:endParaRPr/>
          </a:p>
          <a:p>
            <a:pPr lvl="0">
              <a:lnSpc>
                <a:spcPts val="3250"/>
              </a:lnSpc>
              <a:defRPr/>
            </a:pPr>
            <a:r>
              <a:rPr sz="2000">
                <a:solidFill>
                  <a:srgbClr val="FFFFFF"/>
                </a:solidFill>
                <a:latin typeface="Montserrat"/>
                <a:ea typeface="Montserrat"/>
              </a:rPr>
              <a:t>Smarter student-job matching</a:t>
            </a:r>
            <a:endParaRPr/>
          </a:p>
          <a:p>
            <a:pPr lvl="0">
              <a:lnSpc>
                <a:spcPts val="3250"/>
              </a:lnSpc>
              <a:defRPr/>
            </a:pPr>
            <a:r>
              <a:rPr sz="2000">
                <a:solidFill>
                  <a:srgbClr val="FFFFFF"/>
                </a:solidFill>
                <a:latin typeface="Montserrat"/>
                <a:ea typeface="Montserrat"/>
              </a:rPr>
              <a:t>Interview preparation chatbot</a:t>
            </a:r>
            <a:endParaRPr/>
          </a:p>
          <a:p>
            <a:pPr lvl="0">
              <a:lnSpc>
                <a:spcPts val="3250"/>
              </a:lnSpc>
              <a:defRPr/>
            </a:pPr>
            <a:r>
              <a:rPr sz="2000">
                <a:solidFill>
                  <a:srgbClr val="FFFFFF"/>
                </a:solidFill>
                <a:latin typeface="Montserrat"/>
                <a:ea typeface="Montserrat"/>
              </a:rPr>
              <a:t>Skill gaps analysis</a:t>
            </a:r>
            <a:endParaRPr/>
          </a:p>
          <a:p>
            <a:pPr lvl="0">
              <a:lnSpc>
                <a:spcPts val="3250"/>
              </a:lnSpc>
              <a:defRPr/>
            </a:pPr>
            <a:r>
              <a:rPr sz="2000">
                <a:solidFill>
                  <a:srgbClr val="FFFFFF"/>
                </a:solidFill>
                <a:latin typeface="Montserrat"/>
                <a:ea typeface="Montserrat"/>
              </a:rPr>
              <a:t>Recruiter dashboard</a:t>
            </a:r>
            <a:endParaRPr/>
          </a:p>
          <a:p>
            <a:pPr lvl="0">
              <a:lnSpc>
                <a:spcPts val="3250"/>
              </a:lnSpc>
              <a:defRPr/>
            </a:pPr>
            <a:r>
              <a:rPr sz="2000">
                <a:solidFill>
                  <a:srgbClr val="FFFFFF"/>
                </a:solidFill>
                <a:latin typeface="Montserrat"/>
                <a:ea typeface="Montserrat"/>
              </a:rPr>
              <a:t>Automated candidate shortlisting</a:t>
            </a:r>
            <a:endParaRPr/>
          </a:p>
        </p:txBody>
      </p:sp>
      <p:sp>
        <p:nvSpPr>
          <p:cNvPr id="718192574" name="TextBox 12"/>
          <p:cNvSpPr txBox="1">
            <a:spLocks noChangeShapeType="1" noGrp="1"/>
          </p:cNvSpPr>
          <p:nvPr/>
        </p:nvSpPr>
        <p:spPr bwMode="auto">
          <a:xfrm>
            <a:off x="731837" y="709612"/>
            <a:ext cx="6656387" cy="944562"/>
          </a:xfrm>
          <a:prstGeom prst="rect">
            <a:avLst/>
          </a:prstGeom>
          <a:noFill/>
        </p:spPr>
        <p:txBody>
          <a:bodyPr lIns="0" tIns="0" rIns="0" bIns="0">
            <a:spAutoFit/>
          </a:bodyPr>
          <a:lstStyle/>
          <a:p>
            <a:pPr lvl="0">
              <a:lnSpc>
                <a:spcPts val="7187"/>
              </a:lnSpc>
              <a:defRPr/>
            </a:pPr>
            <a:r>
              <a:rPr sz="7100" b="1" i="0" u="none">
                <a:solidFill>
                  <a:srgbClr val="FFFFFF"/>
                </a:solidFill>
                <a:latin typeface="Montserrat Bold"/>
                <a:ea typeface="Montserrat Bold"/>
              </a:rPr>
              <a:t>Advantages &amp;</a:t>
            </a:r>
            <a:endParaRPr/>
          </a:p>
        </p:txBody>
      </p:sp>
      <p:sp>
        <p:nvSpPr>
          <p:cNvPr id="858211083" name="TextBox 13"/>
          <p:cNvSpPr txBox="1">
            <a:spLocks noChangeShapeType="1" noGrp="1"/>
          </p:cNvSpPr>
          <p:nvPr/>
        </p:nvSpPr>
        <p:spPr bwMode="auto">
          <a:xfrm>
            <a:off x="9948862" y="3135312"/>
            <a:ext cx="1243012" cy="265112"/>
          </a:xfrm>
          <a:prstGeom prst="rect">
            <a:avLst/>
          </a:prstGeom>
          <a:noFill/>
        </p:spPr>
        <p:txBody>
          <a:bodyPr lIns="0" tIns="0" rIns="0" bIns="0">
            <a:spAutoFit/>
          </a:bodyPr>
          <a:lstStyle/>
          <a:p>
            <a:pPr lvl="0">
              <a:lnSpc>
                <a:spcPts val="2150"/>
              </a:lnSpc>
              <a:defRPr/>
            </a:pPr>
            <a:r>
              <a:rPr sz="1500" b="1" i="0" u="none">
                <a:solidFill>
                  <a:srgbClr val="FFFFFF"/>
                </a:solidFill>
                <a:latin typeface="Montserrat Bold"/>
                <a:ea typeface="Montserrat Bold"/>
              </a:rPr>
              <a:t>Campushire</a:t>
            </a:r>
            <a:endParaRPr/>
          </a:p>
        </p:txBody>
      </p:sp>
      <p:sp>
        <p:nvSpPr>
          <p:cNvPr id="1041476161" name="TextBox 14"/>
          <p:cNvSpPr txBox="1">
            <a:spLocks noChangeShapeType="1" noGrp="1"/>
          </p:cNvSpPr>
          <p:nvPr/>
        </p:nvSpPr>
        <p:spPr bwMode="auto">
          <a:xfrm>
            <a:off x="9290050" y="4065587"/>
            <a:ext cx="768350" cy="422275"/>
          </a:xfrm>
          <a:prstGeom prst="rect">
            <a:avLst/>
          </a:prstGeom>
          <a:noFill/>
        </p:spPr>
        <p:txBody>
          <a:bodyPr lIns="0" tIns="0" rIns="0" bIns="0">
            <a:spAutoFit/>
          </a:bodyPr>
          <a:lstStyle/>
          <a:p>
            <a:pPr lvl="0">
              <a:lnSpc>
                <a:spcPts val="3500"/>
              </a:lnSpc>
              <a:defRPr/>
            </a:pPr>
            <a:r>
              <a:rPr sz="2400" b="1" i="0" u="none">
                <a:solidFill>
                  <a:srgbClr val="FFFFFF"/>
                </a:solidFill>
                <a:latin typeface="DM Sans Bold"/>
                <a:ea typeface="DM Sans Bold"/>
              </a:rPr>
              <a:t>1,248</a:t>
            </a:r>
            <a:endParaRPr/>
          </a:p>
        </p:txBody>
      </p:sp>
      <p:sp>
        <p:nvSpPr>
          <p:cNvPr id="732380725" name="TextBox 15"/>
          <p:cNvSpPr txBox="1">
            <a:spLocks noChangeShapeType="1" noGrp="1"/>
          </p:cNvSpPr>
          <p:nvPr/>
        </p:nvSpPr>
        <p:spPr bwMode="auto">
          <a:xfrm>
            <a:off x="9948862" y="3895725"/>
            <a:ext cx="768350" cy="141287"/>
          </a:xfrm>
          <a:prstGeom prst="rect">
            <a:avLst/>
          </a:prstGeom>
          <a:noFill/>
        </p:spPr>
        <p:txBody>
          <a:bodyPr lIns="0" tIns="0" rIns="0" bIns="0">
            <a:spAutoFit/>
          </a:bodyPr>
          <a:lstStyle/>
          <a:p>
            <a:pPr lvl="0">
              <a:lnSpc>
                <a:spcPts val="1150"/>
              </a:lnSpc>
              <a:defRPr/>
            </a:pPr>
            <a:r>
              <a:rPr sz="800">
                <a:solidFill>
                  <a:srgbClr val="FFFFFF"/>
                </a:solidFill>
                <a:latin typeface="Montserrat"/>
                <a:ea typeface="Montserrat"/>
              </a:rPr>
              <a:t>Total Students</a:t>
            </a:r>
            <a:endParaRPr/>
          </a:p>
        </p:txBody>
      </p:sp>
      <p:sp>
        <p:nvSpPr>
          <p:cNvPr id="187490454" name="TextBox 16"/>
          <p:cNvSpPr txBox="1">
            <a:spLocks noChangeShapeType="1" noGrp="1"/>
          </p:cNvSpPr>
          <p:nvPr/>
        </p:nvSpPr>
        <p:spPr bwMode="auto">
          <a:xfrm>
            <a:off x="10021886" y="4183062"/>
            <a:ext cx="585787" cy="174625"/>
          </a:xfrm>
          <a:prstGeom prst="rect">
            <a:avLst/>
          </a:prstGeom>
          <a:noFill/>
        </p:spPr>
        <p:txBody>
          <a:bodyPr lIns="0" tIns="0" rIns="0" bIns="0">
            <a:spAutoFit/>
          </a:bodyPr>
          <a:lstStyle/>
          <a:p>
            <a:pPr lvl="0">
              <a:lnSpc>
                <a:spcPts val="1412"/>
              </a:lnSpc>
              <a:defRPr/>
            </a:pPr>
            <a:r>
              <a:rPr sz="1000">
                <a:solidFill>
                  <a:srgbClr val="FFFFFF"/>
                </a:solidFill>
                <a:latin typeface="Montserrat"/>
                <a:ea typeface="Montserrat"/>
              </a:rPr>
              <a:t>Students</a:t>
            </a:r>
            <a:endParaRPr/>
          </a:p>
        </p:txBody>
      </p:sp>
      <p:sp>
        <p:nvSpPr>
          <p:cNvPr id="1688525477" name="TextBox 17"/>
          <p:cNvSpPr txBox="1">
            <a:spLocks noChangeShapeType="1" noGrp="1"/>
          </p:cNvSpPr>
          <p:nvPr/>
        </p:nvSpPr>
        <p:spPr bwMode="auto">
          <a:xfrm>
            <a:off x="10021886" y="4538662"/>
            <a:ext cx="639762" cy="173037"/>
          </a:xfrm>
          <a:prstGeom prst="rect">
            <a:avLst/>
          </a:prstGeom>
          <a:noFill/>
        </p:spPr>
        <p:txBody>
          <a:bodyPr lIns="0" tIns="0" rIns="0" bIns="0">
            <a:spAutoFit/>
          </a:bodyPr>
          <a:lstStyle/>
          <a:p>
            <a:pPr lvl="0">
              <a:lnSpc>
                <a:spcPts val="1475"/>
              </a:lnSpc>
              <a:defRPr/>
            </a:pPr>
            <a:r>
              <a:rPr sz="1000">
                <a:solidFill>
                  <a:srgbClr val="FFFFFF"/>
                </a:solidFill>
                <a:latin typeface="Montserrat"/>
                <a:ea typeface="Montserrat"/>
              </a:rPr>
              <a:t>Resumes</a:t>
            </a:r>
            <a:endParaRPr/>
          </a:p>
        </p:txBody>
      </p:sp>
      <p:sp>
        <p:nvSpPr>
          <p:cNvPr id="377459631" name="TextBox 18"/>
          <p:cNvSpPr txBox="1">
            <a:spLocks noChangeShapeType="1" noGrp="1"/>
          </p:cNvSpPr>
          <p:nvPr/>
        </p:nvSpPr>
        <p:spPr bwMode="auto">
          <a:xfrm>
            <a:off x="10021886" y="4870450"/>
            <a:ext cx="365125" cy="200025"/>
          </a:xfrm>
          <a:prstGeom prst="rect">
            <a:avLst/>
          </a:prstGeom>
          <a:noFill/>
        </p:spPr>
        <p:txBody>
          <a:bodyPr lIns="0" tIns="0" rIns="0" bIns="0">
            <a:spAutoFit/>
          </a:bodyPr>
          <a:lstStyle/>
          <a:p>
            <a:pPr lvl="0">
              <a:lnSpc>
                <a:spcPts val="1575"/>
              </a:lnSpc>
              <a:defRPr/>
            </a:pPr>
            <a:r>
              <a:rPr sz="1100">
                <a:solidFill>
                  <a:srgbClr val="FFFFFF"/>
                </a:solidFill>
                <a:latin typeface="Montserrat"/>
                <a:ea typeface="Montserrat"/>
              </a:rPr>
              <a:t>Skills</a:t>
            </a:r>
            <a:endParaRPr/>
          </a:p>
        </p:txBody>
      </p:sp>
      <p:sp>
        <p:nvSpPr>
          <p:cNvPr id="197713241" name="TextBox 19"/>
          <p:cNvSpPr txBox="1">
            <a:spLocks noChangeShapeType="1" noGrp="1"/>
          </p:cNvSpPr>
          <p:nvPr/>
        </p:nvSpPr>
        <p:spPr bwMode="auto">
          <a:xfrm>
            <a:off x="10021886" y="5219700"/>
            <a:ext cx="585787" cy="200025"/>
          </a:xfrm>
          <a:prstGeom prst="rect">
            <a:avLst/>
          </a:prstGeom>
          <a:noFill/>
        </p:spPr>
        <p:txBody>
          <a:bodyPr lIns="0" tIns="0" rIns="0" bIns="0">
            <a:spAutoFit/>
          </a:bodyPr>
          <a:lstStyle/>
          <a:p>
            <a:pPr lvl="0">
              <a:lnSpc>
                <a:spcPts val="1575"/>
              </a:lnSpc>
              <a:defRPr/>
            </a:pPr>
            <a:r>
              <a:rPr sz="1100">
                <a:solidFill>
                  <a:srgbClr val="FFFFFF"/>
                </a:solidFill>
                <a:latin typeface="Montserrat"/>
                <a:ea typeface="Montserrat"/>
              </a:rPr>
              <a:t>Projects</a:t>
            </a:r>
            <a:endParaRPr/>
          </a:p>
        </p:txBody>
      </p:sp>
      <p:sp>
        <p:nvSpPr>
          <p:cNvPr id="2102669939" name="TextBox 20"/>
          <p:cNvSpPr txBox="1">
            <a:spLocks noChangeShapeType="1" noGrp="1"/>
          </p:cNvSpPr>
          <p:nvPr/>
        </p:nvSpPr>
        <p:spPr bwMode="auto">
          <a:xfrm>
            <a:off x="10021886" y="5614987"/>
            <a:ext cx="950912" cy="190500"/>
          </a:xfrm>
          <a:prstGeom prst="rect">
            <a:avLst/>
          </a:prstGeom>
          <a:noFill/>
        </p:spPr>
        <p:txBody>
          <a:bodyPr lIns="0" tIns="0" rIns="0" bIns="0">
            <a:spAutoFit/>
          </a:bodyPr>
          <a:lstStyle/>
          <a:p>
            <a:pPr lvl="0">
              <a:lnSpc>
                <a:spcPts val="1524"/>
              </a:lnSpc>
              <a:defRPr/>
            </a:pPr>
            <a:r>
              <a:rPr sz="1000">
                <a:solidFill>
                  <a:srgbClr val="FFFFFF"/>
                </a:solidFill>
                <a:latin typeface="Montserrat"/>
                <a:ea typeface="Montserrat"/>
              </a:rPr>
              <a:t>Certifications</a:t>
            </a:r>
            <a:endParaRPr/>
          </a:p>
        </p:txBody>
      </p:sp>
      <p:sp>
        <p:nvSpPr>
          <p:cNvPr id="1432046824" name="TextBox 21"/>
          <p:cNvSpPr txBox="1">
            <a:spLocks noChangeShapeType="1" noGrp="1"/>
          </p:cNvSpPr>
          <p:nvPr/>
        </p:nvSpPr>
        <p:spPr bwMode="auto">
          <a:xfrm>
            <a:off x="10021886" y="6005512"/>
            <a:ext cx="822325" cy="192087"/>
          </a:xfrm>
          <a:prstGeom prst="rect">
            <a:avLst/>
          </a:prstGeom>
          <a:noFill/>
        </p:spPr>
        <p:txBody>
          <a:bodyPr lIns="0" tIns="0" rIns="0" bIns="0">
            <a:spAutoFit/>
          </a:bodyPr>
          <a:lstStyle/>
          <a:p>
            <a:pPr lvl="0">
              <a:lnSpc>
                <a:spcPts val="1524"/>
              </a:lnSpc>
              <a:defRPr/>
            </a:pPr>
            <a:r>
              <a:rPr sz="1000">
                <a:solidFill>
                  <a:srgbClr val="FFFFFF"/>
                </a:solidFill>
                <a:latin typeface="Montserrat"/>
                <a:ea typeface="Montserrat"/>
              </a:rPr>
              <a:t>placements</a:t>
            </a:r>
            <a:endParaRPr/>
          </a:p>
        </p:txBody>
      </p:sp>
      <p:sp>
        <p:nvSpPr>
          <p:cNvPr id="797990700" name="TextBox 22"/>
          <p:cNvSpPr txBox="1">
            <a:spLocks noChangeShapeType="1" noGrp="1"/>
          </p:cNvSpPr>
          <p:nvPr/>
        </p:nvSpPr>
        <p:spPr bwMode="auto">
          <a:xfrm>
            <a:off x="11704637" y="6391275"/>
            <a:ext cx="511175" cy="439737"/>
          </a:xfrm>
          <a:prstGeom prst="rect">
            <a:avLst/>
          </a:prstGeom>
          <a:noFill/>
        </p:spPr>
        <p:txBody>
          <a:bodyPr lIns="0" tIns="0" rIns="0" bIns="0">
            <a:spAutoFit/>
          </a:bodyPr>
          <a:lstStyle/>
          <a:p>
            <a:pPr lvl="0">
              <a:lnSpc>
                <a:spcPts val="3625"/>
              </a:lnSpc>
              <a:defRPr/>
            </a:pPr>
            <a:r>
              <a:rPr sz="2500" b="1" i="0" u="none">
                <a:solidFill>
                  <a:srgbClr val="FFFFFF"/>
                </a:solidFill>
                <a:latin typeface="DM Sans Bold"/>
                <a:ea typeface="DM Sans Bold"/>
              </a:rPr>
              <a:t>312</a:t>
            </a:r>
            <a:endParaRPr/>
          </a:p>
        </p:txBody>
      </p:sp>
      <p:sp>
        <p:nvSpPr>
          <p:cNvPr id="1968116928" name="TextBox 23"/>
          <p:cNvSpPr txBox="1">
            <a:spLocks noChangeShapeType="1" noGrp="1"/>
          </p:cNvSpPr>
          <p:nvPr/>
        </p:nvSpPr>
        <p:spPr bwMode="auto">
          <a:xfrm>
            <a:off x="11704637" y="6167437"/>
            <a:ext cx="1169987" cy="165100"/>
          </a:xfrm>
          <a:prstGeom prst="rect">
            <a:avLst/>
          </a:prstGeom>
          <a:noFill/>
        </p:spPr>
        <p:txBody>
          <a:bodyPr lIns="0" tIns="0" rIns="0" bIns="0">
            <a:spAutoFit/>
          </a:bodyPr>
          <a:lstStyle/>
          <a:p>
            <a:pPr lvl="0">
              <a:lnSpc>
                <a:spcPts val="1362"/>
              </a:lnSpc>
              <a:defRPr/>
            </a:pPr>
            <a:r>
              <a:rPr sz="900">
                <a:solidFill>
                  <a:srgbClr val="FFFFFF"/>
                </a:solidFill>
                <a:latin typeface="Montserrat"/>
                <a:ea typeface="Montserrat"/>
              </a:rPr>
              <a:t>Active Placements</a:t>
            </a:r>
            <a:endParaRPr/>
          </a:p>
        </p:txBody>
      </p:sp>
      <p:sp>
        <p:nvSpPr>
          <p:cNvPr id="1053110052" name="TextBox 24"/>
          <p:cNvSpPr txBox="1">
            <a:spLocks noChangeShapeType="1" noGrp="1"/>
          </p:cNvSpPr>
          <p:nvPr/>
        </p:nvSpPr>
        <p:spPr bwMode="auto">
          <a:xfrm>
            <a:off x="14228762" y="6357937"/>
            <a:ext cx="584200" cy="382587"/>
          </a:xfrm>
          <a:prstGeom prst="rect">
            <a:avLst/>
          </a:prstGeom>
          <a:noFill/>
        </p:spPr>
        <p:txBody>
          <a:bodyPr lIns="0" tIns="0" rIns="0" bIns="0">
            <a:spAutoFit/>
          </a:bodyPr>
          <a:lstStyle/>
          <a:p>
            <a:pPr lvl="0">
              <a:lnSpc>
                <a:spcPts val="3099"/>
              </a:lnSpc>
              <a:defRPr/>
            </a:pPr>
            <a:r>
              <a:rPr sz="2200" b="1" i="0" u="none">
                <a:solidFill>
                  <a:srgbClr val="FFFFFF"/>
                </a:solidFill>
                <a:latin typeface="DM Sans Bold"/>
                <a:ea typeface="DM Sans Bold"/>
              </a:rPr>
              <a:t>92%</a:t>
            </a:r>
            <a:endParaRPr/>
          </a:p>
        </p:txBody>
      </p:sp>
      <p:sp>
        <p:nvSpPr>
          <p:cNvPr id="1663525466" name="TextBox 25"/>
          <p:cNvSpPr txBox="1">
            <a:spLocks noChangeShapeType="1" noGrp="1"/>
          </p:cNvSpPr>
          <p:nvPr/>
        </p:nvSpPr>
        <p:spPr bwMode="auto">
          <a:xfrm>
            <a:off x="14228762" y="6164262"/>
            <a:ext cx="931862" cy="150812"/>
          </a:xfrm>
          <a:prstGeom prst="rect">
            <a:avLst/>
          </a:prstGeom>
          <a:noFill/>
        </p:spPr>
        <p:txBody>
          <a:bodyPr lIns="0" tIns="0" rIns="0" bIns="0">
            <a:spAutoFit/>
          </a:bodyPr>
          <a:lstStyle/>
          <a:p>
            <a:pPr lvl="0">
              <a:lnSpc>
                <a:spcPts val="1212"/>
              </a:lnSpc>
              <a:defRPr/>
            </a:pPr>
            <a:r>
              <a:rPr sz="800">
                <a:solidFill>
                  <a:srgbClr val="FFFFFF"/>
                </a:solidFill>
                <a:latin typeface="Montserrat"/>
                <a:ea typeface="Montserrat"/>
              </a:rPr>
              <a:t>Profiles Updated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3786415" name="Freeform 2"/>
          <p:cNvSpPr>
            <a:spLocks noChangeShapeType="1" noGrp="1"/>
          </p:cNvSpPr>
          <p:nvPr/>
        </p:nvSpPr>
        <p:spPr bwMode="auto">
          <a:xfrm>
            <a:off x="0" y="0"/>
            <a:ext cx="18288000" cy="10287000"/>
          </a:xfrm>
          <a:custGeom>
            <a:avLst/>
            <a:gdLst>
              <a:gd name="gd0" fmla="val 65536"/>
              <a:gd name="gd1" fmla="val 0"/>
              <a:gd name="gd2" fmla="val 0"/>
              <a:gd name="gd3" fmla="val 18288000"/>
              <a:gd name="gd4" fmla="val 0"/>
              <a:gd name="gd5" fmla="val 18288000"/>
              <a:gd name="gd6" fmla="val 10287000"/>
              <a:gd name="gd7" fmla="val 0"/>
              <a:gd name="gd8" fmla="val 10287000"/>
              <a:gd name="gd9" fmla="val 0"/>
              <a:gd name="gd10" fmla="val 0"/>
            </a:gdLst>
            <a:ahLst/>
            <a:cxnLst/>
            <a:rect l="0" t="0" r="r" b="b"/>
            <a:pathLst>
              <a:path w="18288000" h="10287000" fill="norm" stroke="1" extrusionOk="0">
                <a:moveTo>
                  <a:pt x="gd1" y="gd2"/>
                </a:moveTo>
                <a:lnTo>
                  <a:pt x="gd3" y="gd4"/>
                </a:lnTo>
                <a:lnTo>
                  <a:pt x="gd5" y="gd6"/>
                </a:lnTo>
                <a:lnTo>
                  <a:pt x="gd7" y="gd8"/>
                </a:lnTo>
                <a:lnTo>
                  <a:pt x="gd9" y="gd10"/>
                </a:lnTo>
                <a:close/>
              </a:path>
            </a:pathLst>
          </a:custGeom>
          <a:blipFill rotWithShape="1">
            <a:blip r:embed="rId3"/>
            <a:stretch/>
          </a:blipFill>
        </p:spPr>
        <p:txBody>
          <a:bodyPr lIns="91440" tIns="45720" rIns="91440" bIns="45720" anchor="t"/>
          <a:lstStyle/>
          <a:p>
            <a:pPr>
              <a:defRPr/>
            </a:pPr>
            <a:endParaRPr sz="1400"/>
          </a:p>
        </p:txBody>
      </p:sp>
      <p:sp>
        <p:nvSpPr>
          <p:cNvPr id="880119332" name="Freeform 3"/>
          <p:cNvSpPr>
            <a:spLocks noChangeShapeType="1" noGrp="1"/>
          </p:cNvSpPr>
          <p:nvPr/>
        </p:nvSpPr>
        <p:spPr bwMode="auto">
          <a:xfrm>
            <a:off x="0" y="0"/>
            <a:ext cx="10887075" cy="10287000"/>
          </a:xfrm>
          <a:custGeom>
            <a:avLst/>
            <a:gdLst>
              <a:gd name="gd0" fmla="val 65536"/>
              <a:gd name="gd1" fmla="val 0"/>
              <a:gd name="gd2" fmla="val 0"/>
              <a:gd name="gd3" fmla="val 10887075"/>
              <a:gd name="gd4" fmla="val 0"/>
              <a:gd name="gd5" fmla="val 10887075"/>
              <a:gd name="gd6" fmla="val 10287000"/>
              <a:gd name="gd7" fmla="val 0"/>
              <a:gd name="gd8" fmla="val 10287000"/>
              <a:gd name="gd9" fmla="val 0"/>
              <a:gd name="gd10" fmla="val 0"/>
            </a:gdLst>
            <a:ahLst/>
            <a:cxnLst/>
            <a:rect l="0" t="0" r="r" b="b"/>
            <a:pathLst>
              <a:path w="10887075" h="10287000" fill="norm" stroke="1" extrusionOk="0">
                <a:moveTo>
                  <a:pt x="gd1" y="gd2"/>
                </a:moveTo>
                <a:lnTo>
                  <a:pt x="gd3" y="gd4"/>
                </a:lnTo>
                <a:lnTo>
                  <a:pt x="gd5" y="gd6"/>
                </a:lnTo>
                <a:lnTo>
                  <a:pt x="gd7" y="gd8"/>
                </a:lnTo>
                <a:lnTo>
                  <a:pt x="gd9" y="gd10"/>
                </a:lnTo>
                <a:close/>
              </a:path>
            </a:pathLst>
          </a:custGeom>
          <a:blipFill rotWithShape="1">
            <a:blip r:embed="rId4"/>
            <a:stretch/>
          </a:blipFill>
        </p:spPr>
        <p:txBody>
          <a:bodyPr lIns="91440" tIns="45720" rIns="91440" bIns="45720" anchor="t"/>
          <a:lstStyle/>
          <a:p>
            <a:pPr>
              <a:defRPr/>
            </a:pPr>
            <a:endParaRPr sz="1400"/>
          </a:p>
        </p:txBody>
      </p:sp>
      <p:sp>
        <p:nvSpPr>
          <p:cNvPr id="1324224467" name="Freeform 4"/>
          <p:cNvSpPr>
            <a:spLocks noChangeShapeType="1" noGrp="1"/>
          </p:cNvSpPr>
          <p:nvPr/>
        </p:nvSpPr>
        <p:spPr bwMode="auto">
          <a:xfrm>
            <a:off x="10668000" y="0"/>
            <a:ext cx="7620000" cy="10287000"/>
          </a:xfrm>
          <a:custGeom>
            <a:avLst/>
            <a:gdLst>
              <a:gd name="gd0" fmla="val 65536"/>
              <a:gd name="gd1" fmla="val 0"/>
              <a:gd name="gd2" fmla="val 0"/>
              <a:gd name="gd3" fmla="val 7620000"/>
              <a:gd name="gd4" fmla="val 0"/>
              <a:gd name="gd5" fmla="val 7620000"/>
              <a:gd name="gd6" fmla="val 10287000"/>
              <a:gd name="gd7" fmla="val 0"/>
              <a:gd name="gd8" fmla="val 10287000"/>
              <a:gd name="gd9" fmla="val 0"/>
              <a:gd name="gd10" fmla="val 0"/>
            </a:gdLst>
            <a:ahLst/>
            <a:cxnLst/>
            <a:rect l="0" t="0" r="r" b="b"/>
            <a:pathLst>
              <a:path w="7620000" h="10287000" fill="norm" stroke="1" extrusionOk="0">
                <a:moveTo>
                  <a:pt x="gd1" y="gd2"/>
                </a:moveTo>
                <a:lnTo>
                  <a:pt x="gd3" y="gd4"/>
                </a:lnTo>
                <a:lnTo>
                  <a:pt x="gd5" y="gd6"/>
                </a:lnTo>
                <a:lnTo>
                  <a:pt x="gd7" y="gd8"/>
                </a:lnTo>
                <a:lnTo>
                  <a:pt x="gd9" y="gd10"/>
                </a:lnTo>
                <a:close/>
              </a:path>
            </a:pathLst>
          </a:custGeom>
          <a:blipFill rotWithShape="1">
            <a:blip r:embed="rId5"/>
            <a:stretch/>
          </a:blipFill>
        </p:spPr>
        <p:txBody>
          <a:bodyPr lIns="91440" tIns="45720" rIns="91440" bIns="45720" anchor="t"/>
          <a:lstStyle/>
          <a:p>
            <a:pPr>
              <a:defRPr/>
            </a:pPr>
            <a:endParaRPr sz="1400"/>
          </a:p>
        </p:txBody>
      </p:sp>
      <p:sp>
        <p:nvSpPr>
          <p:cNvPr id="1950851420" name="TextBox 5"/>
          <p:cNvSpPr txBox="1">
            <a:spLocks noChangeShapeType="1" noGrp="1"/>
          </p:cNvSpPr>
          <p:nvPr/>
        </p:nvSpPr>
        <p:spPr bwMode="auto">
          <a:xfrm>
            <a:off x="731837" y="1379537"/>
            <a:ext cx="2432050" cy="454025"/>
          </a:xfrm>
          <a:prstGeom prst="rect">
            <a:avLst/>
          </a:prstGeom>
          <a:noFill/>
        </p:spPr>
        <p:txBody>
          <a:bodyPr lIns="0" tIns="0" rIns="0" bIns="0">
            <a:spAutoFit/>
          </a:bodyPr>
          <a:lstStyle/>
          <a:p>
            <a:pPr lvl="0">
              <a:lnSpc>
                <a:spcPts val="3786"/>
              </a:lnSpc>
              <a:defRPr/>
            </a:pPr>
            <a:r>
              <a:rPr sz="2700" b="1" i="0" u="none">
                <a:solidFill>
                  <a:srgbClr val="378FFF"/>
                </a:solidFill>
                <a:latin typeface="Montserrat Semi-Bold"/>
                <a:ea typeface="Montserrat Semi-Bold"/>
              </a:rPr>
              <a:t>CONCLUSION</a:t>
            </a:r>
            <a:endParaRPr/>
          </a:p>
        </p:txBody>
      </p:sp>
      <p:sp>
        <p:nvSpPr>
          <p:cNvPr id="1159058222" name="TextBox 6"/>
          <p:cNvSpPr txBox="1">
            <a:spLocks noChangeShapeType="1" noGrp="1"/>
          </p:cNvSpPr>
          <p:nvPr/>
        </p:nvSpPr>
        <p:spPr bwMode="auto">
          <a:xfrm>
            <a:off x="731837" y="1952625"/>
            <a:ext cx="6911975" cy="1435100"/>
          </a:xfrm>
          <a:prstGeom prst="rect">
            <a:avLst/>
          </a:prstGeom>
          <a:noFill/>
        </p:spPr>
        <p:txBody>
          <a:bodyPr lIns="0" tIns="0" rIns="0" bIns="0">
            <a:spAutoFit/>
          </a:bodyPr>
          <a:lstStyle/>
          <a:p>
            <a:pPr lvl="0">
              <a:lnSpc>
                <a:spcPts val="11787"/>
              </a:lnSpc>
              <a:defRPr/>
            </a:pPr>
            <a:r>
              <a:rPr sz="8400" b="1" i="0" u="none">
                <a:solidFill>
                  <a:srgbClr val="FFFFFF"/>
                </a:solidFill>
                <a:latin typeface="Montserrat Bold"/>
                <a:ea typeface="Montserrat Bold"/>
              </a:rPr>
              <a:t>CampusHire</a:t>
            </a:r>
            <a:endParaRPr/>
          </a:p>
        </p:txBody>
      </p:sp>
      <p:sp>
        <p:nvSpPr>
          <p:cNvPr id="1919592552" name="TextBox 7"/>
          <p:cNvSpPr txBox="1">
            <a:spLocks noChangeShapeType="1" noGrp="1"/>
          </p:cNvSpPr>
          <p:nvPr/>
        </p:nvSpPr>
        <p:spPr bwMode="auto">
          <a:xfrm>
            <a:off x="731837" y="3495675"/>
            <a:ext cx="7974012" cy="677862"/>
          </a:xfrm>
          <a:prstGeom prst="rect">
            <a:avLst/>
          </a:prstGeom>
          <a:noFill/>
        </p:spPr>
        <p:txBody>
          <a:bodyPr lIns="0" tIns="0" rIns="0" bIns="0">
            <a:spAutoFit/>
          </a:bodyPr>
          <a:lstStyle/>
          <a:p>
            <a:pPr lvl="0">
              <a:lnSpc>
                <a:spcPts val="5687"/>
              </a:lnSpc>
              <a:defRPr/>
            </a:pPr>
            <a:r>
              <a:rPr sz="4000" b="1" i="0" u="none">
                <a:solidFill>
                  <a:srgbClr val="378FFF"/>
                </a:solidFill>
                <a:latin typeface="Montserrat Semi-Bold"/>
                <a:ea typeface="Montserrat Semi-Bold"/>
              </a:rPr>
              <a:t>Prepare • Improve • Get Hiring</a:t>
            </a:r>
            <a:endParaRPr/>
          </a:p>
        </p:txBody>
      </p:sp>
      <p:sp>
        <p:nvSpPr>
          <p:cNvPr id="1041046931" name="TextBox 8"/>
          <p:cNvSpPr txBox="1">
            <a:spLocks noChangeShapeType="1" noGrp="1"/>
          </p:cNvSpPr>
          <p:nvPr/>
        </p:nvSpPr>
        <p:spPr bwMode="auto">
          <a:xfrm>
            <a:off x="731837" y="4781550"/>
            <a:ext cx="7699375" cy="439737"/>
          </a:xfrm>
          <a:prstGeom prst="rect">
            <a:avLst/>
          </a:prstGeom>
          <a:noFill/>
        </p:spPr>
        <p:txBody>
          <a:bodyPr lIns="0" tIns="0" rIns="0" bIns="0">
            <a:spAutoFit/>
          </a:bodyPr>
          <a:lstStyle/>
          <a:p>
            <a:pPr lvl="0">
              <a:lnSpc>
                <a:spcPts val="3650"/>
              </a:lnSpc>
              <a:defRPr/>
            </a:pPr>
            <a:r>
              <a:rPr sz="2600">
                <a:solidFill>
                  <a:srgbClr val="FFFFFF"/>
                </a:solidFill>
                <a:latin typeface="Montserrat"/>
                <a:ea typeface="Montserrat"/>
              </a:rPr>
              <a:t>A centralized platform for smarter placements</a:t>
            </a:r>
            <a:endParaRPr/>
          </a:p>
        </p:txBody>
      </p:sp>
      <p:sp>
        <p:nvSpPr>
          <p:cNvPr id="896550556" name="TextBox 9"/>
          <p:cNvSpPr txBox="1">
            <a:spLocks noChangeShapeType="1" noGrp="1"/>
          </p:cNvSpPr>
          <p:nvPr/>
        </p:nvSpPr>
        <p:spPr bwMode="auto">
          <a:xfrm>
            <a:off x="731837" y="5688012"/>
            <a:ext cx="7607300" cy="684212"/>
          </a:xfrm>
          <a:prstGeom prst="rect">
            <a:avLst/>
          </a:prstGeom>
          <a:noFill/>
        </p:spPr>
        <p:txBody>
          <a:bodyPr lIns="0" tIns="0" rIns="0" bIns="0">
            <a:spAutoFit/>
          </a:bodyPr>
          <a:lstStyle/>
          <a:p>
            <a:pPr lvl="0">
              <a:lnSpc>
                <a:spcPts val="2712"/>
              </a:lnSpc>
              <a:defRPr/>
            </a:pPr>
            <a:r>
              <a:rPr sz="1900">
                <a:solidFill>
                  <a:srgbClr val="FFFFFF"/>
                </a:solidFill>
                <a:latin typeface="Montserrat"/>
                <a:ea typeface="Montserrat"/>
              </a:rPr>
              <a:t>Unifies profiles, skills, projects, certifications, and AI-powered resume analysis</a:t>
            </a:r>
            <a:endParaRPr/>
          </a:p>
        </p:txBody>
      </p:sp>
      <p:sp>
        <p:nvSpPr>
          <p:cNvPr id="90261723" name="TextBox 10"/>
          <p:cNvSpPr txBox="1">
            <a:spLocks noChangeShapeType="1" noGrp="1"/>
          </p:cNvSpPr>
          <p:nvPr/>
        </p:nvSpPr>
        <p:spPr bwMode="auto">
          <a:xfrm>
            <a:off x="731837" y="6832600"/>
            <a:ext cx="5688012" cy="966787"/>
          </a:xfrm>
          <a:prstGeom prst="rect">
            <a:avLst/>
          </a:prstGeom>
          <a:noFill/>
        </p:spPr>
        <p:txBody>
          <a:bodyPr lIns="0" tIns="0" rIns="0" bIns="0">
            <a:spAutoFit/>
          </a:bodyPr>
          <a:lstStyle/>
          <a:p>
            <a:pPr lvl="0">
              <a:lnSpc>
                <a:spcPts val="3937"/>
              </a:lnSpc>
              <a:defRPr/>
            </a:pPr>
            <a:r>
              <a:rPr sz="2800">
                <a:solidFill>
                  <a:srgbClr val="FFFFFF"/>
                </a:solidFill>
                <a:latin typeface="Montserrat"/>
                <a:ea typeface="Montserrat"/>
              </a:rPr>
              <a:t>Empowering students to become placement-ready</a:t>
            </a:r>
            <a:endParaRPr/>
          </a:p>
        </p:txBody>
      </p:sp>
      <p:sp>
        <p:nvSpPr>
          <p:cNvPr id="2116536216" name="TextBox 11"/>
          <p:cNvSpPr txBox="1">
            <a:spLocks noChangeShapeType="1" noGrp="1"/>
          </p:cNvSpPr>
          <p:nvPr/>
        </p:nvSpPr>
        <p:spPr bwMode="auto">
          <a:xfrm>
            <a:off x="768350" y="8494712"/>
            <a:ext cx="4041775" cy="855662"/>
          </a:xfrm>
          <a:prstGeom prst="rect">
            <a:avLst/>
          </a:prstGeom>
          <a:noFill/>
        </p:spPr>
        <p:txBody>
          <a:bodyPr lIns="0" tIns="0" rIns="0" bIns="0">
            <a:spAutoFit/>
          </a:bodyPr>
          <a:lstStyle/>
          <a:p>
            <a:pPr lvl="0">
              <a:lnSpc>
                <a:spcPts val="6987"/>
              </a:lnSpc>
              <a:defRPr/>
            </a:pPr>
            <a:r>
              <a:rPr sz="4900" b="1" i="0" u="none">
                <a:solidFill>
                  <a:srgbClr val="378FFF"/>
                </a:solidFill>
                <a:latin typeface="DM Sans Bold"/>
                <a:ea typeface="DM Sans Bold"/>
              </a:rPr>
              <a:t>THANK YOU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ONLYOFFICE/9.2.1.43</Application>
  <PresentationFormat>On-screen Show (4:3)</PresentationFormat>
  <Paragraphs>0</Paragraphs>
  <Slides>7</Slides>
  <Notes>7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/>
  <cp:revision>2</cp:revision>
  <dcterms:created xsi:type="dcterms:W3CDTF">2006-08-16T00:00:00Z</dcterms:created>
  <dcterms:modified xsi:type="dcterms:W3CDTF">2026-09-12T07:55:50Z</dcterms:modified>
</cp:coreProperties>
</file>